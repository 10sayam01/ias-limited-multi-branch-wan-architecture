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2" r:id="rId4"/>
    <p:sldId id="258" r:id="rId5"/>
    <p:sldId id="303" r:id="rId6"/>
    <p:sldId id="264" r:id="rId7"/>
    <p:sldId id="274" r:id="rId8"/>
    <p:sldId id="262" r:id="rId9"/>
    <p:sldId id="275" r:id="rId10"/>
    <p:sldId id="298" r:id="rId11"/>
    <p:sldId id="297" r:id="rId12"/>
    <p:sldId id="265" r:id="rId13"/>
    <p:sldId id="267" r:id="rId14"/>
    <p:sldId id="276" r:id="rId15"/>
    <p:sldId id="266" r:id="rId16"/>
    <p:sldId id="259" r:id="rId17"/>
    <p:sldId id="304" r:id="rId18"/>
    <p:sldId id="263" r:id="rId19"/>
    <p:sldId id="277" r:id="rId20"/>
    <p:sldId id="269" r:id="rId21"/>
    <p:sldId id="278" r:id="rId22"/>
    <p:sldId id="268" r:id="rId23"/>
    <p:sldId id="260" r:id="rId24"/>
    <p:sldId id="305" r:id="rId25"/>
    <p:sldId id="270" r:id="rId26"/>
    <p:sldId id="279" r:id="rId27"/>
    <p:sldId id="272" r:id="rId28"/>
    <p:sldId id="280" r:id="rId29"/>
    <p:sldId id="273" r:id="rId30"/>
    <p:sldId id="281" r:id="rId31"/>
    <p:sldId id="261" r:id="rId32"/>
    <p:sldId id="283" r:id="rId33"/>
    <p:sldId id="299" r:id="rId34"/>
    <p:sldId id="284" r:id="rId35"/>
    <p:sldId id="286" r:id="rId36"/>
    <p:sldId id="282" r:id="rId37"/>
    <p:sldId id="285" r:id="rId38"/>
    <p:sldId id="287" r:id="rId39"/>
    <p:sldId id="300" r:id="rId40"/>
    <p:sldId id="288" r:id="rId41"/>
    <p:sldId id="289" r:id="rId42"/>
    <p:sldId id="290" r:id="rId43"/>
    <p:sldId id="292" r:id="rId44"/>
    <p:sldId id="293" r:id="rId45"/>
    <p:sldId id="291" r:id="rId46"/>
    <p:sldId id="294" r:id="rId47"/>
    <p:sldId id="295" r:id="rId48"/>
    <p:sldId id="301" r:id="rId49"/>
    <p:sldId id="306" r:id="rId50"/>
    <p:sldId id="30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661" autoAdjust="0"/>
    <p:restoredTop sz="94660"/>
  </p:normalViewPr>
  <p:slideViewPr>
    <p:cSldViewPr snapToGrid="0">
      <p:cViewPr varScale="1">
        <p:scale>
          <a:sx n="48" d="100"/>
          <a:sy n="48" d="100"/>
        </p:scale>
        <p:origin x="46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CB72D2-CA5A-49CA-938B-CC329BEA983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37A1910-526E-4946-86F1-0D38631F2AD4}">
      <dgm:prSet custT="1"/>
      <dgm:spPr/>
      <dgm:t>
        <a:bodyPr/>
        <a:lstStyle/>
        <a:p>
          <a:pPr rtl="0"/>
          <a:r>
            <a:rPr lang="en-US" sz="2000" b="1" dirty="0" smtClean="0"/>
            <a:t>Basic setup:</a:t>
          </a:r>
          <a:r>
            <a:rPr lang="en-US" sz="2000" dirty="0" smtClean="0"/>
            <a:t> We named the switch SW1 and turned off lookup and console timeout to make working easier.</a:t>
          </a:r>
          <a:endParaRPr lang="en-US" sz="2000" dirty="0"/>
        </a:p>
      </dgm:t>
    </dgm:pt>
    <dgm:pt modelId="{2E4EFECE-BE5A-4699-80E7-F685F77D68D8}" type="parTrans" cxnId="{2E4438DD-974E-4941-AE94-118F9BE55F90}">
      <dgm:prSet/>
      <dgm:spPr/>
      <dgm:t>
        <a:bodyPr/>
        <a:lstStyle/>
        <a:p>
          <a:endParaRPr lang="en-US"/>
        </a:p>
      </dgm:t>
    </dgm:pt>
    <dgm:pt modelId="{420CA7C4-6187-4821-A891-6033D7C0EBAA}" type="sibTrans" cxnId="{2E4438DD-974E-4941-AE94-118F9BE55F90}">
      <dgm:prSet/>
      <dgm:spPr/>
      <dgm:t>
        <a:bodyPr/>
        <a:lstStyle/>
        <a:p>
          <a:endParaRPr lang="en-US"/>
        </a:p>
      </dgm:t>
    </dgm:pt>
    <dgm:pt modelId="{BB4530C4-EDDD-4931-B23D-749714BBEAB6}">
      <dgm:prSet custT="1"/>
      <dgm:spPr/>
      <dgm:t>
        <a:bodyPr/>
        <a:lstStyle/>
        <a:p>
          <a:pPr rtl="0"/>
          <a:r>
            <a:rPr lang="en-US" sz="1800" b="1" dirty="0" smtClean="0"/>
            <a:t>VLANs:</a:t>
          </a:r>
          <a:r>
            <a:rPr lang="en-US" sz="1800" dirty="0" smtClean="0"/>
            <a:t> We created VLAN 10 (IT), VLAN 20 (HR), and VLAN 30 (Sales) to keep each department’s network separate.</a:t>
          </a:r>
          <a:endParaRPr lang="en-US" sz="1800" dirty="0"/>
        </a:p>
      </dgm:t>
    </dgm:pt>
    <dgm:pt modelId="{D60F2E36-F6B6-45DA-917E-0BA65E09DE51}" type="parTrans" cxnId="{F0ECC5E5-5975-4FFC-AE81-FC51FFE34BD9}">
      <dgm:prSet/>
      <dgm:spPr/>
      <dgm:t>
        <a:bodyPr/>
        <a:lstStyle/>
        <a:p>
          <a:endParaRPr lang="en-US"/>
        </a:p>
      </dgm:t>
    </dgm:pt>
    <dgm:pt modelId="{D1AB5649-704C-47B3-86F1-7F9F0C294A9E}" type="sibTrans" cxnId="{F0ECC5E5-5975-4FFC-AE81-FC51FFE34BD9}">
      <dgm:prSet/>
      <dgm:spPr/>
      <dgm:t>
        <a:bodyPr/>
        <a:lstStyle/>
        <a:p>
          <a:endParaRPr lang="en-US"/>
        </a:p>
      </dgm:t>
    </dgm:pt>
    <dgm:pt modelId="{137C4DA4-1559-4128-B314-F79B26756CCE}" type="pres">
      <dgm:prSet presAssocID="{31CB72D2-CA5A-49CA-938B-CC329BEA9832}" presName="linear" presStyleCnt="0">
        <dgm:presLayoutVars>
          <dgm:animLvl val="lvl"/>
          <dgm:resizeHandles val="exact"/>
        </dgm:presLayoutVars>
      </dgm:prSet>
      <dgm:spPr/>
      <dgm:t>
        <a:bodyPr/>
        <a:lstStyle/>
        <a:p>
          <a:endParaRPr lang="en-US"/>
        </a:p>
      </dgm:t>
    </dgm:pt>
    <dgm:pt modelId="{A2E22223-3314-43C4-A785-DC0335986E89}" type="pres">
      <dgm:prSet presAssocID="{037A1910-526E-4946-86F1-0D38631F2AD4}" presName="parentText" presStyleLbl="node1" presStyleIdx="0" presStyleCnt="2">
        <dgm:presLayoutVars>
          <dgm:chMax val="0"/>
          <dgm:bulletEnabled val="1"/>
        </dgm:presLayoutVars>
      </dgm:prSet>
      <dgm:spPr/>
      <dgm:t>
        <a:bodyPr/>
        <a:lstStyle/>
        <a:p>
          <a:endParaRPr lang="en-US"/>
        </a:p>
      </dgm:t>
    </dgm:pt>
    <dgm:pt modelId="{8F4A7D10-11F5-4327-9297-96F7F9F632AE}" type="pres">
      <dgm:prSet presAssocID="{420CA7C4-6187-4821-A891-6033D7C0EBAA}" presName="spacer" presStyleCnt="0"/>
      <dgm:spPr/>
    </dgm:pt>
    <dgm:pt modelId="{555852E3-789A-4F3F-A969-21988AAC28B0}" type="pres">
      <dgm:prSet presAssocID="{BB4530C4-EDDD-4931-B23D-749714BBEAB6}" presName="parentText" presStyleLbl="node1" presStyleIdx="1" presStyleCnt="2">
        <dgm:presLayoutVars>
          <dgm:chMax val="0"/>
          <dgm:bulletEnabled val="1"/>
        </dgm:presLayoutVars>
      </dgm:prSet>
      <dgm:spPr/>
      <dgm:t>
        <a:bodyPr/>
        <a:lstStyle/>
        <a:p>
          <a:endParaRPr lang="en-US"/>
        </a:p>
      </dgm:t>
    </dgm:pt>
  </dgm:ptLst>
  <dgm:cxnLst>
    <dgm:cxn modelId="{F0ECC5E5-5975-4FFC-AE81-FC51FFE34BD9}" srcId="{31CB72D2-CA5A-49CA-938B-CC329BEA9832}" destId="{BB4530C4-EDDD-4931-B23D-749714BBEAB6}" srcOrd="1" destOrd="0" parTransId="{D60F2E36-F6B6-45DA-917E-0BA65E09DE51}" sibTransId="{D1AB5649-704C-47B3-86F1-7F9F0C294A9E}"/>
    <dgm:cxn modelId="{54E71AF9-0C56-4BE5-8448-1CB0987A01B0}" type="presOf" srcId="{037A1910-526E-4946-86F1-0D38631F2AD4}" destId="{A2E22223-3314-43C4-A785-DC0335986E89}" srcOrd="0" destOrd="0" presId="urn:microsoft.com/office/officeart/2005/8/layout/vList2"/>
    <dgm:cxn modelId="{2E4438DD-974E-4941-AE94-118F9BE55F90}" srcId="{31CB72D2-CA5A-49CA-938B-CC329BEA9832}" destId="{037A1910-526E-4946-86F1-0D38631F2AD4}" srcOrd="0" destOrd="0" parTransId="{2E4EFECE-BE5A-4699-80E7-F685F77D68D8}" sibTransId="{420CA7C4-6187-4821-A891-6033D7C0EBAA}"/>
    <dgm:cxn modelId="{ABAAC983-C0A4-4957-B2B5-7AA5F2E27960}" type="presOf" srcId="{BB4530C4-EDDD-4931-B23D-749714BBEAB6}" destId="{555852E3-789A-4F3F-A969-21988AAC28B0}" srcOrd="0" destOrd="0" presId="urn:microsoft.com/office/officeart/2005/8/layout/vList2"/>
    <dgm:cxn modelId="{11DB4350-E455-4EFB-9D3B-5AA2F27B1325}" type="presOf" srcId="{31CB72D2-CA5A-49CA-938B-CC329BEA9832}" destId="{137C4DA4-1559-4128-B314-F79B26756CCE}" srcOrd="0" destOrd="0" presId="urn:microsoft.com/office/officeart/2005/8/layout/vList2"/>
    <dgm:cxn modelId="{CB853321-E1AE-431E-9783-1CEAC7275D35}" type="presParOf" srcId="{137C4DA4-1559-4128-B314-F79B26756CCE}" destId="{A2E22223-3314-43C4-A785-DC0335986E89}" srcOrd="0" destOrd="0" presId="urn:microsoft.com/office/officeart/2005/8/layout/vList2"/>
    <dgm:cxn modelId="{EC26E46F-64B2-45F6-8AAC-CAF8131CD981}" type="presParOf" srcId="{137C4DA4-1559-4128-B314-F79B26756CCE}" destId="{8F4A7D10-11F5-4327-9297-96F7F9F632AE}" srcOrd="1" destOrd="0" presId="urn:microsoft.com/office/officeart/2005/8/layout/vList2"/>
    <dgm:cxn modelId="{F220EBD1-8475-485E-B359-0AAD7F2F07CF}" type="presParOf" srcId="{137C4DA4-1559-4128-B314-F79B26756CCE}" destId="{555852E3-789A-4F3F-A969-21988AAC28B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7CF8A0-1833-415A-9FD9-EB14EFDC75D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D89EAB1-6CD5-4125-A840-16610D9A83D3}">
      <dgm:prSet/>
      <dgm:spPr/>
      <dgm:t>
        <a:bodyPr/>
        <a:lstStyle/>
        <a:p>
          <a:pPr rtl="0"/>
          <a:r>
            <a:rPr lang="en-US" b="1" smtClean="0"/>
            <a:t>Access ports:</a:t>
          </a:r>
          <a:r>
            <a:rPr lang="en-US" smtClean="0"/>
            <a:t> Fa0/3-4 go to VLAN 10 (IT), Fa0/5-6 go to VLAN 20 (HR), and Fa0/7-8 go to VLAN 30 (Sales). Now each PC is in its own VLAN.</a:t>
          </a:r>
          <a:endParaRPr lang="en-US"/>
        </a:p>
      </dgm:t>
    </dgm:pt>
    <dgm:pt modelId="{46B8F5FD-C1EF-4408-9D1B-EABD092CE684}" type="parTrans" cxnId="{9D4271E0-E314-4D3B-A30B-3BB533E7DCCC}">
      <dgm:prSet/>
      <dgm:spPr/>
      <dgm:t>
        <a:bodyPr/>
        <a:lstStyle/>
        <a:p>
          <a:endParaRPr lang="en-US"/>
        </a:p>
      </dgm:t>
    </dgm:pt>
    <dgm:pt modelId="{75CC1F72-A6AB-491A-800A-F07CF7A9B655}" type="sibTrans" cxnId="{9D4271E0-E314-4D3B-A30B-3BB533E7DCCC}">
      <dgm:prSet/>
      <dgm:spPr/>
      <dgm:t>
        <a:bodyPr/>
        <a:lstStyle/>
        <a:p>
          <a:endParaRPr lang="en-US"/>
        </a:p>
      </dgm:t>
    </dgm:pt>
    <dgm:pt modelId="{18E08AAE-EE3D-4429-AE48-86F0B95DA0A6}">
      <dgm:prSet/>
      <dgm:spPr/>
      <dgm:t>
        <a:bodyPr/>
        <a:lstStyle/>
        <a:p>
          <a:pPr rtl="0"/>
          <a:r>
            <a:rPr lang="en-US" b="1" smtClean="0"/>
            <a:t>Trunk port:</a:t>
          </a:r>
          <a:r>
            <a:rPr lang="en-US" smtClean="0"/>
            <a:t> Fa0/2 is the link from SW1 to SW2. It carries traffic for VLANs 10, 20, and 30 together, so both switches can share the same VLANs.</a:t>
          </a:r>
          <a:endParaRPr lang="en-US"/>
        </a:p>
      </dgm:t>
    </dgm:pt>
    <dgm:pt modelId="{34827B0E-C98F-47E3-A296-823751346130}" type="parTrans" cxnId="{A4052DDE-E1FE-41BE-B17D-39192D5CD655}">
      <dgm:prSet/>
      <dgm:spPr/>
      <dgm:t>
        <a:bodyPr/>
        <a:lstStyle/>
        <a:p>
          <a:endParaRPr lang="en-US"/>
        </a:p>
      </dgm:t>
    </dgm:pt>
    <dgm:pt modelId="{F3CA644B-7F12-4674-926B-DE223CBA386C}" type="sibTrans" cxnId="{A4052DDE-E1FE-41BE-B17D-39192D5CD655}">
      <dgm:prSet/>
      <dgm:spPr/>
      <dgm:t>
        <a:bodyPr/>
        <a:lstStyle/>
        <a:p>
          <a:endParaRPr lang="en-US"/>
        </a:p>
      </dgm:t>
    </dgm:pt>
    <dgm:pt modelId="{40E08FAA-4FD9-4FB6-BBAA-50020E061B57}" type="pres">
      <dgm:prSet presAssocID="{377CF8A0-1833-415A-9FD9-EB14EFDC75D5}" presName="linear" presStyleCnt="0">
        <dgm:presLayoutVars>
          <dgm:animLvl val="lvl"/>
          <dgm:resizeHandles val="exact"/>
        </dgm:presLayoutVars>
      </dgm:prSet>
      <dgm:spPr/>
      <dgm:t>
        <a:bodyPr/>
        <a:lstStyle/>
        <a:p>
          <a:endParaRPr lang="en-US"/>
        </a:p>
      </dgm:t>
    </dgm:pt>
    <dgm:pt modelId="{423FFD04-3E53-4BEC-8348-02F7362562FE}" type="pres">
      <dgm:prSet presAssocID="{9D89EAB1-6CD5-4125-A840-16610D9A83D3}" presName="parentText" presStyleLbl="node1" presStyleIdx="0" presStyleCnt="2">
        <dgm:presLayoutVars>
          <dgm:chMax val="0"/>
          <dgm:bulletEnabled val="1"/>
        </dgm:presLayoutVars>
      </dgm:prSet>
      <dgm:spPr/>
      <dgm:t>
        <a:bodyPr/>
        <a:lstStyle/>
        <a:p>
          <a:endParaRPr lang="en-US"/>
        </a:p>
      </dgm:t>
    </dgm:pt>
    <dgm:pt modelId="{1EBA32C6-4E31-45E3-8754-621A39026DEE}" type="pres">
      <dgm:prSet presAssocID="{75CC1F72-A6AB-491A-800A-F07CF7A9B655}" presName="spacer" presStyleCnt="0"/>
      <dgm:spPr/>
    </dgm:pt>
    <dgm:pt modelId="{A6FA290E-2D37-494B-A6B9-09BFFA08BE4D}" type="pres">
      <dgm:prSet presAssocID="{18E08AAE-EE3D-4429-AE48-86F0B95DA0A6}" presName="parentText" presStyleLbl="node1" presStyleIdx="1" presStyleCnt="2">
        <dgm:presLayoutVars>
          <dgm:chMax val="0"/>
          <dgm:bulletEnabled val="1"/>
        </dgm:presLayoutVars>
      </dgm:prSet>
      <dgm:spPr/>
      <dgm:t>
        <a:bodyPr/>
        <a:lstStyle/>
        <a:p>
          <a:endParaRPr lang="en-US"/>
        </a:p>
      </dgm:t>
    </dgm:pt>
  </dgm:ptLst>
  <dgm:cxnLst>
    <dgm:cxn modelId="{10AB1B18-F637-47A5-A0CA-A3B50B451CFD}" type="presOf" srcId="{18E08AAE-EE3D-4429-AE48-86F0B95DA0A6}" destId="{A6FA290E-2D37-494B-A6B9-09BFFA08BE4D}" srcOrd="0" destOrd="0" presId="urn:microsoft.com/office/officeart/2005/8/layout/vList2"/>
    <dgm:cxn modelId="{A4052DDE-E1FE-41BE-B17D-39192D5CD655}" srcId="{377CF8A0-1833-415A-9FD9-EB14EFDC75D5}" destId="{18E08AAE-EE3D-4429-AE48-86F0B95DA0A6}" srcOrd="1" destOrd="0" parTransId="{34827B0E-C98F-47E3-A296-823751346130}" sibTransId="{F3CA644B-7F12-4674-926B-DE223CBA386C}"/>
    <dgm:cxn modelId="{29BB31A1-50E7-44F5-A002-189B0E62F976}" type="presOf" srcId="{377CF8A0-1833-415A-9FD9-EB14EFDC75D5}" destId="{40E08FAA-4FD9-4FB6-BBAA-50020E061B57}" srcOrd="0" destOrd="0" presId="urn:microsoft.com/office/officeart/2005/8/layout/vList2"/>
    <dgm:cxn modelId="{9D4271E0-E314-4D3B-A30B-3BB533E7DCCC}" srcId="{377CF8A0-1833-415A-9FD9-EB14EFDC75D5}" destId="{9D89EAB1-6CD5-4125-A840-16610D9A83D3}" srcOrd="0" destOrd="0" parTransId="{46B8F5FD-C1EF-4408-9D1B-EABD092CE684}" sibTransId="{75CC1F72-A6AB-491A-800A-F07CF7A9B655}"/>
    <dgm:cxn modelId="{E683EA99-0336-4303-A89D-2587AB962BA7}" type="presOf" srcId="{9D89EAB1-6CD5-4125-A840-16610D9A83D3}" destId="{423FFD04-3E53-4BEC-8348-02F7362562FE}" srcOrd="0" destOrd="0" presId="urn:microsoft.com/office/officeart/2005/8/layout/vList2"/>
    <dgm:cxn modelId="{E4A5E867-26AA-40BF-B998-CD4D88444BC4}" type="presParOf" srcId="{40E08FAA-4FD9-4FB6-BBAA-50020E061B57}" destId="{423FFD04-3E53-4BEC-8348-02F7362562FE}" srcOrd="0" destOrd="0" presId="urn:microsoft.com/office/officeart/2005/8/layout/vList2"/>
    <dgm:cxn modelId="{231C091F-28E3-4B41-A631-52C32CDE9324}" type="presParOf" srcId="{40E08FAA-4FD9-4FB6-BBAA-50020E061B57}" destId="{1EBA32C6-4E31-45E3-8754-621A39026DEE}" srcOrd="1" destOrd="0" presId="urn:microsoft.com/office/officeart/2005/8/layout/vList2"/>
    <dgm:cxn modelId="{F0A55554-7707-4E16-960A-89A7F7D73FFF}" type="presParOf" srcId="{40E08FAA-4FD9-4FB6-BBAA-50020E061B57}" destId="{A6FA290E-2D37-494B-A6B9-09BFFA08BE4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571544-BB65-4468-9FCB-1735945DA9E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B0580C7-4992-42BF-832D-1E62FF01CFFF}">
      <dgm:prSet/>
      <dgm:spPr/>
      <dgm:t>
        <a:bodyPr/>
        <a:lstStyle/>
        <a:p>
          <a:pPr rtl="0"/>
          <a:endParaRPr lang="en-US" dirty="0"/>
        </a:p>
      </dgm:t>
    </dgm:pt>
    <dgm:pt modelId="{2EBF71C9-6CE0-4662-B669-F373BEE8CA80}" type="parTrans" cxnId="{E48720C2-9A1F-40C2-A68E-8324AA5B51D1}">
      <dgm:prSet/>
      <dgm:spPr/>
      <dgm:t>
        <a:bodyPr/>
        <a:lstStyle/>
        <a:p>
          <a:endParaRPr lang="en-US"/>
        </a:p>
      </dgm:t>
    </dgm:pt>
    <dgm:pt modelId="{DCEDA6A0-D8D3-4A12-A393-ABD761AF491D}" type="sibTrans" cxnId="{E48720C2-9A1F-40C2-A68E-8324AA5B51D1}">
      <dgm:prSet/>
      <dgm:spPr/>
      <dgm:t>
        <a:bodyPr/>
        <a:lstStyle/>
        <a:p>
          <a:endParaRPr lang="en-US"/>
        </a:p>
      </dgm:t>
    </dgm:pt>
    <dgm:pt modelId="{98DDEABD-CFE4-48AF-A9A3-C22A4744ABB5}">
      <dgm:prSet/>
      <dgm:spPr/>
      <dgm:t>
        <a:bodyPr/>
        <a:lstStyle/>
        <a:p>
          <a:pPr rtl="0"/>
          <a:r>
            <a:rPr lang="en-US" b="1" dirty="0" smtClean="0"/>
            <a:t>Default gateway:</a:t>
          </a:r>
          <a:r>
            <a:rPr lang="en-US" dirty="0" smtClean="0"/>
            <a:t> We gave each VLAN an IP address on SW1: 192.168.10.1 (IT), 192.168.20.1 (HR), and 192.168.30.1 (Sales). The PCs in each VLAN will use these as their gateway. </a:t>
          </a:r>
          <a:endParaRPr lang="en-US" dirty="0"/>
        </a:p>
      </dgm:t>
    </dgm:pt>
    <dgm:pt modelId="{EA33B663-8E42-49E9-904F-FCF3F087C016}" type="parTrans" cxnId="{3F469472-984E-4441-BC22-DE44F0EAF17D}">
      <dgm:prSet/>
      <dgm:spPr/>
      <dgm:t>
        <a:bodyPr/>
        <a:lstStyle/>
        <a:p>
          <a:endParaRPr lang="en-US"/>
        </a:p>
      </dgm:t>
    </dgm:pt>
    <dgm:pt modelId="{7B8A7096-6164-4B84-B7D6-E14B32BFF423}" type="sibTrans" cxnId="{3F469472-984E-4441-BC22-DE44F0EAF17D}">
      <dgm:prSet/>
      <dgm:spPr/>
      <dgm:t>
        <a:bodyPr/>
        <a:lstStyle/>
        <a:p>
          <a:endParaRPr lang="en-US"/>
        </a:p>
      </dgm:t>
    </dgm:pt>
    <dgm:pt modelId="{74DAE0FA-8512-415D-BA67-4BD43CDC7ECF}">
      <dgm:prSet/>
      <dgm:spPr/>
      <dgm:t>
        <a:bodyPr/>
        <a:lstStyle/>
        <a:p>
          <a:pPr rtl="0"/>
          <a:r>
            <a:rPr lang="en-US" b="1" dirty="0" smtClean="0"/>
            <a:t>Routing:</a:t>
          </a:r>
          <a:r>
            <a:rPr lang="en-US" dirty="0" smtClean="0"/>
            <a:t> ip routing turns on routing, so PCs in different VLANs can talk to each other through SW1. </a:t>
          </a:r>
          <a:endParaRPr lang="en-US" dirty="0"/>
        </a:p>
      </dgm:t>
    </dgm:pt>
    <dgm:pt modelId="{B81ACD9D-95D2-4951-AC09-7F75D55968CE}" type="parTrans" cxnId="{A86B7F9A-9D45-472F-A80C-C8FED8AD4769}">
      <dgm:prSet/>
      <dgm:spPr/>
      <dgm:t>
        <a:bodyPr/>
        <a:lstStyle/>
        <a:p>
          <a:endParaRPr lang="en-US"/>
        </a:p>
      </dgm:t>
    </dgm:pt>
    <dgm:pt modelId="{A872D975-88FF-4E06-84CB-943FE635DA9A}" type="sibTrans" cxnId="{A86B7F9A-9D45-472F-A80C-C8FED8AD4769}">
      <dgm:prSet/>
      <dgm:spPr/>
      <dgm:t>
        <a:bodyPr/>
        <a:lstStyle/>
        <a:p>
          <a:endParaRPr lang="en-US"/>
        </a:p>
      </dgm:t>
    </dgm:pt>
    <dgm:pt modelId="{E3C3B4C8-DFBF-4B37-B4CA-DC82258FC0FD}">
      <dgm:prSet/>
      <dgm:spPr/>
      <dgm:t>
        <a:bodyPr/>
        <a:lstStyle/>
        <a:p>
          <a:pPr rtl="0"/>
          <a:endParaRPr lang="en-US" dirty="0"/>
        </a:p>
      </dgm:t>
    </dgm:pt>
    <dgm:pt modelId="{0C88DA73-F0B9-408B-9A0C-97CD552169EC}" type="parTrans" cxnId="{299A3E61-9781-403C-BA33-8547273D4689}">
      <dgm:prSet/>
      <dgm:spPr/>
      <dgm:t>
        <a:bodyPr/>
        <a:lstStyle/>
        <a:p>
          <a:endParaRPr lang="en-US"/>
        </a:p>
      </dgm:t>
    </dgm:pt>
    <dgm:pt modelId="{D227C5F0-D4A8-4D81-8D63-CFC28C1E9095}" type="sibTrans" cxnId="{299A3E61-9781-403C-BA33-8547273D4689}">
      <dgm:prSet/>
      <dgm:spPr/>
      <dgm:t>
        <a:bodyPr/>
        <a:lstStyle/>
        <a:p>
          <a:endParaRPr lang="en-US"/>
        </a:p>
      </dgm:t>
    </dgm:pt>
    <dgm:pt modelId="{D8ADD1F2-C868-48F8-B646-C3CF69D13174}" type="pres">
      <dgm:prSet presAssocID="{52571544-BB65-4468-9FCB-1735945DA9EA}" presName="linear" presStyleCnt="0">
        <dgm:presLayoutVars>
          <dgm:animLvl val="lvl"/>
          <dgm:resizeHandles val="exact"/>
        </dgm:presLayoutVars>
      </dgm:prSet>
      <dgm:spPr/>
      <dgm:t>
        <a:bodyPr/>
        <a:lstStyle/>
        <a:p>
          <a:endParaRPr lang="en-US"/>
        </a:p>
      </dgm:t>
    </dgm:pt>
    <dgm:pt modelId="{ABE76CEF-437B-4525-AF91-074381BC03D7}" type="pres">
      <dgm:prSet presAssocID="{EB0580C7-4992-42BF-832D-1E62FF01CFFF}" presName="parentText" presStyleLbl="node1" presStyleIdx="0" presStyleCnt="4" custScaleY="5196" custLinFactY="7588" custLinFactNeighborX="236" custLinFactNeighborY="100000">
        <dgm:presLayoutVars>
          <dgm:chMax val="0"/>
          <dgm:bulletEnabled val="1"/>
        </dgm:presLayoutVars>
      </dgm:prSet>
      <dgm:spPr/>
      <dgm:t>
        <a:bodyPr/>
        <a:lstStyle/>
        <a:p>
          <a:endParaRPr lang="en-US"/>
        </a:p>
      </dgm:t>
    </dgm:pt>
    <dgm:pt modelId="{8F52645E-0752-4B32-A6C4-A02DDBFB6EDE}" type="pres">
      <dgm:prSet presAssocID="{DCEDA6A0-D8D3-4A12-A393-ABD761AF491D}" presName="spacer" presStyleCnt="0"/>
      <dgm:spPr/>
    </dgm:pt>
    <dgm:pt modelId="{61E9862C-C16A-416A-A3C2-46AA8DAE8B51}" type="pres">
      <dgm:prSet presAssocID="{98DDEABD-CFE4-48AF-A9A3-C22A4744ABB5}" presName="parentText" presStyleLbl="node1" presStyleIdx="1" presStyleCnt="4">
        <dgm:presLayoutVars>
          <dgm:chMax val="0"/>
          <dgm:bulletEnabled val="1"/>
        </dgm:presLayoutVars>
      </dgm:prSet>
      <dgm:spPr/>
      <dgm:t>
        <a:bodyPr/>
        <a:lstStyle/>
        <a:p>
          <a:endParaRPr lang="en-US"/>
        </a:p>
      </dgm:t>
    </dgm:pt>
    <dgm:pt modelId="{7B4BC992-CCE4-4B43-BECD-B54C4832C768}" type="pres">
      <dgm:prSet presAssocID="{7B8A7096-6164-4B84-B7D6-E14B32BFF423}" presName="spacer" presStyleCnt="0"/>
      <dgm:spPr/>
    </dgm:pt>
    <dgm:pt modelId="{83D074BE-13BC-4137-9692-A4B2C62F8A00}" type="pres">
      <dgm:prSet presAssocID="{74DAE0FA-8512-415D-BA67-4BD43CDC7ECF}" presName="parentText" presStyleLbl="node1" presStyleIdx="2" presStyleCnt="4">
        <dgm:presLayoutVars>
          <dgm:chMax val="0"/>
          <dgm:bulletEnabled val="1"/>
        </dgm:presLayoutVars>
      </dgm:prSet>
      <dgm:spPr/>
      <dgm:t>
        <a:bodyPr/>
        <a:lstStyle/>
        <a:p>
          <a:endParaRPr lang="en-US"/>
        </a:p>
      </dgm:t>
    </dgm:pt>
    <dgm:pt modelId="{6D1C6A10-8BA4-4081-958D-587ABBA85039}" type="pres">
      <dgm:prSet presAssocID="{A872D975-88FF-4E06-84CB-943FE635DA9A}" presName="spacer" presStyleCnt="0"/>
      <dgm:spPr/>
    </dgm:pt>
    <dgm:pt modelId="{421B8998-3A9B-4CCF-9BC9-01FA66516A27}" type="pres">
      <dgm:prSet presAssocID="{E3C3B4C8-DFBF-4B37-B4CA-DC82258FC0FD}" presName="parentText" presStyleLbl="node1" presStyleIdx="3" presStyleCnt="4" custScaleY="3768" custLinFactY="-196180" custLinFactNeighborX="-236" custLinFactNeighborY="-200000">
        <dgm:presLayoutVars>
          <dgm:chMax val="0"/>
          <dgm:bulletEnabled val="1"/>
        </dgm:presLayoutVars>
      </dgm:prSet>
      <dgm:spPr/>
      <dgm:t>
        <a:bodyPr/>
        <a:lstStyle/>
        <a:p>
          <a:endParaRPr lang="en-US"/>
        </a:p>
      </dgm:t>
    </dgm:pt>
  </dgm:ptLst>
  <dgm:cxnLst>
    <dgm:cxn modelId="{73D7CD80-B264-4EAE-8761-55B45CD9082C}" type="presOf" srcId="{EB0580C7-4992-42BF-832D-1E62FF01CFFF}" destId="{ABE76CEF-437B-4525-AF91-074381BC03D7}" srcOrd="0" destOrd="0" presId="urn:microsoft.com/office/officeart/2005/8/layout/vList2"/>
    <dgm:cxn modelId="{299A3E61-9781-403C-BA33-8547273D4689}" srcId="{52571544-BB65-4468-9FCB-1735945DA9EA}" destId="{E3C3B4C8-DFBF-4B37-B4CA-DC82258FC0FD}" srcOrd="3" destOrd="0" parTransId="{0C88DA73-F0B9-408B-9A0C-97CD552169EC}" sibTransId="{D227C5F0-D4A8-4D81-8D63-CFC28C1E9095}"/>
    <dgm:cxn modelId="{E48720C2-9A1F-40C2-A68E-8324AA5B51D1}" srcId="{52571544-BB65-4468-9FCB-1735945DA9EA}" destId="{EB0580C7-4992-42BF-832D-1E62FF01CFFF}" srcOrd="0" destOrd="0" parTransId="{2EBF71C9-6CE0-4662-B669-F373BEE8CA80}" sibTransId="{DCEDA6A0-D8D3-4A12-A393-ABD761AF491D}"/>
    <dgm:cxn modelId="{0464A185-E251-451B-9F99-E950544B6582}" type="presOf" srcId="{52571544-BB65-4468-9FCB-1735945DA9EA}" destId="{D8ADD1F2-C868-48F8-B646-C3CF69D13174}" srcOrd="0" destOrd="0" presId="urn:microsoft.com/office/officeart/2005/8/layout/vList2"/>
    <dgm:cxn modelId="{EAC88DA6-6511-4262-BD9E-AA003AF4214D}" type="presOf" srcId="{E3C3B4C8-DFBF-4B37-B4CA-DC82258FC0FD}" destId="{421B8998-3A9B-4CCF-9BC9-01FA66516A27}" srcOrd="0" destOrd="0" presId="urn:microsoft.com/office/officeart/2005/8/layout/vList2"/>
    <dgm:cxn modelId="{A86B7F9A-9D45-472F-A80C-C8FED8AD4769}" srcId="{52571544-BB65-4468-9FCB-1735945DA9EA}" destId="{74DAE0FA-8512-415D-BA67-4BD43CDC7ECF}" srcOrd="2" destOrd="0" parTransId="{B81ACD9D-95D2-4951-AC09-7F75D55968CE}" sibTransId="{A872D975-88FF-4E06-84CB-943FE635DA9A}"/>
    <dgm:cxn modelId="{2E636FD6-DD5D-4E64-AB7D-5757ADDBD556}" type="presOf" srcId="{98DDEABD-CFE4-48AF-A9A3-C22A4744ABB5}" destId="{61E9862C-C16A-416A-A3C2-46AA8DAE8B51}" srcOrd="0" destOrd="0" presId="urn:microsoft.com/office/officeart/2005/8/layout/vList2"/>
    <dgm:cxn modelId="{CB37D962-F039-4307-9B2D-71115DF852E8}" type="presOf" srcId="{74DAE0FA-8512-415D-BA67-4BD43CDC7ECF}" destId="{83D074BE-13BC-4137-9692-A4B2C62F8A00}" srcOrd="0" destOrd="0" presId="urn:microsoft.com/office/officeart/2005/8/layout/vList2"/>
    <dgm:cxn modelId="{3F469472-984E-4441-BC22-DE44F0EAF17D}" srcId="{52571544-BB65-4468-9FCB-1735945DA9EA}" destId="{98DDEABD-CFE4-48AF-A9A3-C22A4744ABB5}" srcOrd="1" destOrd="0" parTransId="{EA33B663-8E42-49E9-904F-FCF3F087C016}" sibTransId="{7B8A7096-6164-4B84-B7D6-E14B32BFF423}"/>
    <dgm:cxn modelId="{145202AA-760A-451C-B119-AF5C7B81479F}" type="presParOf" srcId="{D8ADD1F2-C868-48F8-B646-C3CF69D13174}" destId="{ABE76CEF-437B-4525-AF91-074381BC03D7}" srcOrd="0" destOrd="0" presId="urn:microsoft.com/office/officeart/2005/8/layout/vList2"/>
    <dgm:cxn modelId="{96231356-2D95-4067-9612-46601111F422}" type="presParOf" srcId="{D8ADD1F2-C868-48F8-B646-C3CF69D13174}" destId="{8F52645E-0752-4B32-A6C4-A02DDBFB6EDE}" srcOrd="1" destOrd="0" presId="urn:microsoft.com/office/officeart/2005/8/layout/vList2"/>
    <dgm:cxn modelId="{4A40C89A-FB0C-439F-A637-998DB87FC23D}" type="presParOf" srcId="{D8ADD1F2-C868-48F8-B646-C3CF69D13174}" destId="{61E9862C-C16A-416A-A3C2-46AA8DAE8B51}" srcOrd="2" destOrd="0" presId="urn:microsoft.com/office/officeart/2005/8/layout/vList2"/>
    <dgm:cxn modelId="{E81A4567-9B08-49EB-9E5C-4DB305B875AC}" type="presParOf" srcId="{D8ADD1F2-C868-48F8-B646-C3CF69D13174}" destId="{7B4BC992-CCE4-4B43-BECD-B54C4832C768}" srcOrd="3" destOrd="0" presId="urn:microsoft.com/office/officeart/2005/8/layout/vList2"/>
    <dgm:cxn modelId="{3092BCD3-3CF0-480F-9511-27CD5BB444D8}" type="presParOf" srcId="{D8ADD1F2-C868-48F8-B646-C3CF69D13174}" destId="{83D074BE-13BC-4137-9692-A4B2C62F8A00}" srcOrd="4" destOrd="0" presId="urn:microsoft.com/office/officeart/2005/8/layout/vList2"/>
    <dgm:cxn modelId="{DD808282-2D2E-4AEC-A33B-5EFB0AB94225}" type="presParOf" srcId="{D8ADD1F2-C868-48F8-B646-C3CF69D13174}" destId="{6D1C6A10-8BA4-4081-958D-587ABBA85039}" srcOrd="5" destOrd="0" presId="urn:microsoft.com/office/officeart/2005/8/layout/vList2"/>
    <dgm:cxn modelId="{D211A75D-3EE6-4DD5-BCCB-4F75632E4EF5}" type="presParOf" srcId="{D8ADD1F2-C868-48F8-B646-C3CF69D13174}" destId="{421B8998-3A9B-4CCF-9BC9-01FA66516A2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267171-C61A-4D60-AB6D-B880483ED4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E10C54E-883D-4C79-A648-EA3EB2B86752}">
      <dgm:prSet/>
      <dgm:spPr/>
      <dgm:t>
        <a:bodyPr/>
        <a:lstStyle/>
        <a:p>
          <a:pPr rtl="0"/>
          <a:r>
            <a:rPr lang="en-US" smtClean="0"/>
            <a:t>Router port: We changed Gi0/1 from a switch port to a routed port with the IP 10.10.10.2. This is the link that connects SW1 to router.</a:t>
          </a:r>
          <a:endParaRPr lang="en-US"/>
        </a:p>
      </dgm:t>
    </dgm:pt>
    <dgm:pt modelId="{13E95D6F-F6F1-4AFD-B7CF-1B1CB2A8AA21}" type="parTrans" cxnId="{A10875BD-9853-44B6-9B2B-E617A1B608F3}">
      <dgm:prSet/>
      <dgm:spPr/>
      <dgm:t>
        <a:bodyPr/>
        <a:lstStyle/>
        <a:p>
          <a:endParaRPr lang="en-US"/>
        </a:p>
      </dgm:t>
    </dgm:pt>
    <dgm:pt modelId="{9C16F45E-94D8-47E4-BD5F-38311E99833E}" type="sibTrans" cxnId="{A10875BD-9853-44B6-9B2B-E617A1B608F3}">
      <dgm:prSet/>
      <dgm:spPr/>
      <dgm:t>
        <a:bodyPr/>
        <a:lstStyle/>
        <a:p>
          <a:endParaRPr lang="en-US"/>
        </a:p>
      </dgm:t>
    </dgm:pt>
    <dgm:pt modelId="{5FD15FB8-F329-4ECB-A5E4-835B9127CB5E}" type="pres">
      <dgm:prSet presAssocID="{89267171-C61A-4D60-AB6D-B880483ED437}" presName="linear" presStyleCnt="0">
        <dgm:presLayoutVars>
          <dgm:animLvl val="lvl"/>
          <dgm:resizeHandles val="exact"/>
        </dgm:presLayoutVars>
      </dgm:prSet>
      <dgm:spPr/>
      <dgm:t>
        <a:bodyPr/>
        <a:lstStyle/>
        <a:p>
          <a:endParaRPr lang="en-US"/>
        </a:p>
      </dgm:t>
    </dgm:pt>
    <dgm:pt modelId="{7538362A-4DF1-4E85-A033-6393B241435F}" type="pres">
      <dgm:prSet presAssocID="{2E10C54E-883D-4C79-A648-EA3EB2B86752}" presName="parentText" presStyleLbl="node1" presStyleIdx="0" presStyleCnt="1">
        <dgm:presLayoutVars>
          <dgm:chMax val="0"/>
          <dgm:bulletEnabled val="1"/>
        </dgm:presLayoutVars>
      </dgm:prSet>
      <dgm:spPr/>
      <dgm:t>
        <a:bodyPr/>
        <a:lstStyle/>
        <a:p>
          <a:endParaRPr lang="en-US"/>
        </a:p>
      </dgm:t>
    </dgm:pt>
  </dgm:ptLst>
  <dgm:cxnLst>
    <dgm:cxn modelId="{F8864098-2002-4821-A299-F1D9EF48AA18}" type="presOf" srcId="{2E10C54E-883D-4C79-A648-EA3EB2B86752}" destId="{7538362A-4DF1-4E85-A033-6393B241435F}" srcOrd="0" destOrd="0" presId="urn:microsoft.com/office/officeart/2005/8/layout/vList2"/>
    <dgm:cxn modelId="{A10875BD-9853-44B6-9B2B-E617A1B608F3}" srcId="{89267171-C61A-4D60-AB6D-B880483ED437}" destId="{2E10C54E-883D-4C79-A648-EA3EB2B86752}" srcOrd="0" destOrd="0" parTransId="{13E95D6F-F6F1-4AFD-B7CF-1B1CB2A8AA21}" sibTransId="{9C16F45E-94D8-47E4-BD5F-38311E99833E}"/>
    <dgm:cxn modelId="{371AEB55-402F-4180-BD86-910D40AE2E7F}" type="presOf" srcId="{89267171-C61A-4D60-AB6D-B880483ED437}" destId="{5FD15FB8-F329-4ECB-A5E4-835B9127CB5E}" srcOrd="0" destOrd="0" presId="urn:microsoft.com/office/officeart/2005/8/layout/vList2"/>
    <dgm:cxn modelId="{BB7B1308-C535-469C-9788-2D6875655ECA}" type="presParOf" srcId="{5FD15FB8-F329-4ECB-A5E4-835B9127CB5E}" destId="{7538362A-4DF1-4E85-A033-6393B241435F}"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59ECAA-F5FE-4638-986A-9B69E7EDEBF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40D6F53-A1E5-4291-9623-EFE577139988}">
      <dgm:prSet/>
      <dgm:spPr/>
      <dgm:t>
        <a:bodyPr/>
        <a:lstStyle/>
        <a:p>
          <a:pPr rtl="0"/>
          <a:r>
            <a:rPr lang="en-US" b="1" smtClean="0"/>
            <a:t>Default route:</a:t>
          </a:r>
          <a:r>
            <a:rPr lang="en-US" smtClean="0"/>
            <a:t> Any traffic that SW1 doesn’t know where to send goes to 10.10.10.1, the router toward Dhaka.</a:t>
          </a:r>
          <a:endParaRPr lang="en-US"/>
        </a:p>
      </dgm:t>
    </dgm:pt>
    <dgm:pt modelId="{1FD710FD-41A4-4AA8-83CC-EE3F05CFBE47}" type="parTrans" cxnId="{C93F773C-C4AA-49F6-A3F3-C9D6BDBC807D}">
      <dgm:prSet/>
      <dgm:spPr/>
      <dgm:t>
        <a:bodyPr/>
        <a:lstStyle/>
        <a:p>
          <a:endParaRPr lang="en-US"/>
        </a:p>
      </dgm:t>
    </dgm:pt>
    <dgm:pt modelId="{D2428CD0-6C13-482E-B17A-BC44E0718376}" type="sibTrans" cxnId="{C93F773C-C4AA-49F6-A3F3-C9D6BDBC807D}">
      <dgm:prSet/>
      <dgm:spPr/>
      <dgm:t>
        <a:bodyPr/>
        <a:lstStyle/>
        <a:p>
          <a:endParaRPr lang="en-US"/>
        </a:p>
      </dgm:t>
    </dgm:pt>
    <dgm:pt modelId="{7BF26AAB-1C4D-4C5D-BD8A-8DB17B558AFF}" type="pres">
      <dgm:prSet presAssocID="{1359ECAA-F5FE-4638-986A-9B69E7EDEBF6}" presName="linear" presStyleCnt="0">
        <dgm:presLayoutVars>
          <dgm:animLvl val="lvl"/>
          <dgm:resizeHandles val="exact"/>
        </dgm:presLayoutVars>
      </dgm:prSet>
      <dgm:spPr/>
      <dgm:t>
        <a:bodyPr/>
        <a:lstStyle/>
        <a:p>
          <a:endParaRPr lang="en-US"/>
        </a:p>
      </dgm:t>
    </dgm:pt>
    <dgm:pt modelId="{BCB99AF4-9F46-4240-B495-9B5E69EA5977}" type="pres">
      <dgm:prSet presAssocID="{A40D6F53-A1E5-4291-9623-EFE577139988}" presName="parentText" presStyleLbl="node1" presStyleIdx="0" presStyleCnt="1">
        <dgm:presLayoutVars>
          <dgm:chMax val="0"/>
          <dgm:bulletEnabled val="1"/>
        </dgm:presLayoutVars>
      </dgm:prSet>
      <dgm:spPr/>
      <dgm:t>
        <a:bodyPr/>
        <a:lstStyle/>
        <a:p>
          <a:endParaRPr lang="en-US"/>
        </a:p>
      </dgm:t>
    </dgm:pt>
  </dgm:ptLst>
  <dgm:cxnLst>
    <dgm:cxn modelId="{9C758ACF-B3BD-4B28-BFFA-B8BDFDE86FFB}" type="presOf" srcId="{1359ECAA-F5FE-4638-986A-9B69E7EDEBF6}" destId="{7BF26AAB-1C4D-4C5D-BD8A-8DB17B558AFF}" srcOrd="0" destOrd="0" presId="urn:microsoft.com/office/officeart/2005/8/layout/vList2"/>
    <dgm:cxn modelId="{C93F773C-C4AA-49F6-A3F3-C9D6BDBC807D}" srcId="{1359ECAA-F5FE-4638-986A-9B69E7EDEBF6}" destId="{A40D6F53-A1E5-4291-9623-EFE577139988}" srcOrd="0" destOrd="0" parTransId="{1FD710FD-41A4-4AA8-83CC-EE3F05CFBE47}" sibTransId="{D2428CD0-6C13-482E-B17A-BC44E0718376}"/>
    <dgm:cxn modelId="{514EB1EC-4947-4E34-80D0-92CEA99B2A16}" type="presOf" srcId="{A40D6F53-A1E5-4291-9623-EFE577139988}" destId="{BCB99AF4-9F46-4240-B495-9B5E69EA5977}" srcOrd="0" destOrd="0" presId="urn:microsoft.com/office/officeart/2005/8/layout/vList2"/>
    <dgm:cxn modelId="{2791C634-D0AD-412D-9078-939A4F81ED67}" type="presParOf" srcId="{7BF26AAB-1C4D-4C5D-BD8A-8DB17B558AFF}" destId="{BCB99AF4-9F46-4240-B495-9B5E69EA5977}"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4BF1228-0A32-4C4D-BD74-03DBCB1B097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80A4E14-D7C7-4D6E-89D4-E6D171F96B5F}">
      <dgm:prSet/>
      <dgm:spPr/>
      <dgm:t>
        <a:bodyPr/>
        <a:lstStyle/>
        <a:p>
          <a:pPr rtl="0"/>
          <a:r>
            <a:rPr lang="en-US" b="1" dirty="0" smtClean="0"/>
            <a:t>VLAN 40:</a:t>
          </a:r>
          <a:r>
            <a:rPr lang="en-US" dirty="0" smtClean="0"/>
            <a:t> We created a new VLAN called DHCP_Server.</a:t>
          </a:r>
          <a:endParaRPr lang="en-US" dirty="0"/>
        </a:p>
      </dgm:t>
    </dgm:pt>
    <dgm:pt modelId="{06BD7752-8F48-41FE-93AE-420510CD44C6}" type="parTrans" cxnId="{EBF89491-F16E-4C88-80AB-16D7E50925D5}">
      <dgm:prSet/>
      <dgm:spPr/>
      <dgm:t>
        <a:bodyPr/>
        <a:lstStyle/>
        <a:p>
          <a:endParaRPr lang="en-US"/>
        </a:p>
      </dgm:t>
    </dgm:pt>
    <dgm:pt modelId="{C14EFD8C-DAE3-4604-B1FE-60615C969696}" type="sibTrans" cxnId="{EBF89491-F16E-4C88-80AB-16D7E50925D5}">
      <dgm:prSet/>
      <dgm:spPr/>
      <dgm:t>
        <a:bodyPr/>
        <a:lstStyle/>
        <a:p>
          <a:endParaRPr lang="en-US"/>
        </a:p>
      </dgm:t>
    </dgm:pt>
    <dgm:pt modelId="{FB190528-8024-4EDB-AC65-B3F07D400AFC}">
      <dgm:prSet/>
      <dgm:spPr/>
      <dgm:t>
        <a:bodyPr/>
        <a:lstStyle/>
        <a:p>
          <a:pPr rtl="0"/>
          <a:r>
            <a:rPr lang="en-US" b="1" smtClean="0"/>
            <a:t>Port Fa0/1:</a:t>
          </a:r>
          <a:r>
            <a:rPr lang="en-US" smtClean="0"/>
            <a:t> We put this port in VLAN 40, so the DHCP server connects here.</a:t>
          </a:r>
          <a:endParaRPr lang="en-US"/>
        </a:p>
      </dgm:t>
    </dgm:pt>
    <dgm:pt modelId="{22CDF5C2-A172-47AB-9D15-C5AD7D6F91AF}" type="parTrans" cxnId="{D913C201-CCD7-4B19-9143-FAAA507B7918}">
      <dgm:prSet/>
      <dgm:spPr/>
      <dgm:t>
        <a:bodyPr/>
        <a:lstStyle/>
        <a:p>
          <a:endParaRPr lang="en-US"/>
        </a:p>
      </dgm:t>
    </dgm:pt>
    <dgm:pt modelId="{D69955DE-2BEF-4519-8B8E-5F765A0E7B8C}" type="sibTrans" cxnId="{D913C201-CCD7-4B19-9143-FAAA507B7918}">
      <dgm:prSet/>
      <dgm:spPr/>
      <dgm:t>
        <a:bodyPr/>
        <a:lstStyle/>
        <a:p>
          <a:endParaRPr lang="en-US"/>
        </a:p>
      </dgm:t>
    </dgm:pt>
    <dgm:pt modelId="{8AAFE62D-FFEA-43CA-9B89-6C721607BC4B}">
      <dgm:prSet/>
      <dgm:spPr/>
      <dgm:t>
        <a:bodyPr/>
        <a:lstStyle/>
        <a:p>
          <a:pPr rtl="0"/>
          <a:r>
            <a:rPr lang="en-US" b="1" smtClean="0"/>
            <a:t>VLAN 40 gateway:</a:t>
          </a:r>
          <a:r>
            <a:rPr lang="en-US" smtClean="0"/>
            <a:t> We gave it the IP 192.168.40.1, so the server has a gateway.</a:t>
          </a:r>
          <a:endParaRPr lang="en-US"/>
        </a:p>
      </dgm:t>
    </dgm:pt>
    <dgm:pt modelId="{A10FF425-1081-4674-A72F-C654D2D4A898}" type="parTrans" cxnId="{D1A876A8-A9AE-4265-A513-2084A2417F67}">
      <dgm:prSet/>
      <dgm:spPr/>
      <dgm:t>
        <a:bodyPr/>
        <a:lstStyle/>
        <a:p>
          <a:endParaRPr lang="en-US"/>
        </a:p>
      </dgm:t>
    </dgm:pt>
    <dgm:pt modelId="{9BB6414C-030C-4629-A470-234F9FD12E2C}" type="sibTrans" cxnId="{D1A876A8-A9AE-4265-A513-2084A2417F67}">
      <dgm:prSet/>
      <dgm:spPr/>
      <dgm:t>
        <a:bodyPr/>
        <a:lstStyle/>
        <a:p>
          <a:endParaRPr lang="en-US"/>
        </a:p>
      </dgm:t>
    </dgm:pt>
    <dgm:pt modelId="{78718926-C103-4864-B5E5-948D420CD2C2}" type="pres">
      <dgm:prSet presAssocID="{84BF1228-0A32-4C4D-BD74-03DBCB1B097D}" presName="linear" presStyleCnt="0">
        <dgm:presLayoutVars>
          <dgm:animLvl val="lvl"/>
          <dgm:resizeHandles val="exact"/>
        </dgm:presLayoutVars>
      </dgm:prSet>
      <dgm:spPr/>
      <dgm:t>
        <a:bodyPr/>
        <a:lstStyle/>
        <a:p>
          <a:endParaRPr lang="en-US"/>
        </a:p>
      </dgm:t>
    </dgm:pt>
    <dgm:pt modelId="{C5517812-B36A-49FB-8852-E4BA19104B41}" type="pres">
      <dgm:prSet presAssocID="{880A4E14-D7C7-4D6E-89D4-E6D171F96B5F}" presName="parentText" presStyleLbl="node1" presStyleIdx="0" presStyleCnt="3" custLinFactNeighborY="5241">
        <dgm:presLayoutVars>
          <dgm:chMax val="0"/>
          <dgm:bulletEnabled val="1"/>
        </dgm:presLayoutVars>
      </dgm:prSet>
      <dgm:spPr/>
      <dgm:t>
        <a:bodyPr/>
        <a:lstStyle/>
        <a:p>
          <a:endParaRPr lang="en-US"/>
        </a:p>
      </dgm:t>
    </dgm:pt>
    <dgm:pt modelId="{8ECF9B6B-1389-4208-B7E1-EBA01ACAB44C}" type="pres">
      <dgm:prSet presAssocID="{C14EFD8C-DAE3-4604-B1FE-60615C969696}" presName="spacer" presStyleCnt="0"/>
      <dgm:spPr/>
    </dgm:pt>
    <dgm:pt modelId="{5453CE9C-C6AD-4BBB-9659-24489987AB25}" type="pres">
      <dgm:prSet presAssocID="{FB190528-8024-4EDB-AC65-B3F07D400AFC}" presName="parentText" presStyleLbl="node1" presStyleIdx="1" presStyleCnt="3">
        <dgm:presLayoutVars>
          <dgm:chMax val="0"/>
          <dgm:bulletEnabled val="1"/>
        </dgm:presLayoutVars>
      </dgm:prSet>
      <dgm:spPr/>
      <dgm:t>
        <a:bodyPr/>
        <a:lstStyle/>
        <a:p>
          <a:endParaRPr lang="en-US"/>
        </a:p>
      </dgm:t>
    </dgm:pt>
    <dgm:pt modelId="{B10CB703-1EA9-4838-835B-ED35A176F001}" type="pres">
      <dgm:prSet presAssocID="{D69955DE-2BEF-4519-8B8E-5F765A0E7B8C}" presName="spacer" presStyleCnt="0"/>
      <dgm:spPr/>
    </dgm:pt>
    <dgm:pt modelId="{17826A92-F60C-40F1-8440-6C75B57B7994}" type="pres">
      <dgm:prSet presAssocID="{8AAFE62D-FFEA-43CA-9B89-6C721607BC4B}" presName="parentText" presStyleLbl="node1" presStyleIdx="2" presStyleCnt="3">
        <dgm:presLayoutVars>
          <dgm:chMax val="0"/>
          <dgm:bulletEnabled val="1"/>
        </dgm:presLayoutVars>
      </dgm:prSet>
      <dgm:spPr/>
      <dgm:t>
        <a:bodyPr/>
        <a:lstStyle/>
        <a:p>
          <a:endParaRPr lang="en-US"/>
        </a:p>
      </dgm:t>
    </dgm:pt>
  </dgm:ptLst>
  <dgm:cxnLst>
    <dgm:cxn modelId="{8DA58904-E054-4227-B3F1-736472B6D181}" type="presOf" srcId="{880A4E14-D7C7-4D6E-89D4-E6D171F96B5F}" destId="{C5517812-B36A-49FB-8852-E4BA19104B41}" srcOrd="0" destOrd="0" presId="urn:microsoft.com/office/officeart/2005/8/layout/vList2"/>
    <dgm:cxn modelId="{824F19B4-DE50-4B45-839D-13FFC75BC38E}" type="presOf" srcId="{8AAFE62D-FFEA-43CA-9B89-6C721607BC4B}" destId="{17826A92-F60C-40F1-8440-6C75B57B7994}" srcOrd="0" destOrd="0" presId="urn:microsoft.com/office/officeart/2005/8/layout/vList2"/>
    <dgm:cxn modelId="{D1A876A8-A9AE-4265-A513-2084A2417F67}" srcId="{84BF1228-0A32-4C4D-BD74-03DBCB1B097D}" destId="{8AAFE62D-FFEA-43CA-9B89-6C721607BC4B}" srcOrd="2" destOrd="0" parTransId="{A10FF425-1081-4674-A72F-C654D2D4A898}" sibTransId="{9BB6414C-030C-4629-A470-234F9FD12E2C}"/>
    <dgm:cxn modelId="{2BB32426-387C-44F9-AB6A-86B3B62FB9F4}" type="presOf" srcId="{84BF1228-0A32-4C4D-BD74-03DBCB1B097D}" destId="{78718926-C103-4864-B5E5-948D420CD2C2}" srcOrd="0" destOrd="0" presId="urn:microsoft.com/office/officeart/2005/8/layout/vList2"/>
    <dgm:cxn modelId="{D913C201-CCD7-4B19-9143-FAAA507B7918}" srcId="{84BF1228-0A32-4C4D-BD74-03DBCB1B097D}" destId="{FB190528-8024-4EDB-AC65-B3F07D400AFC}" srcOrd="1" destOrd="0" parTransId="{22CDF5C2-A172-47AB-9D15-C5AD7D6F91AF}" sibTransId="{D69955DE-2BEF-4519-8B8E-5F765A0E7B8C}"/>
    <dgm:cxn modelId="{75BAB078-D317-4F9C-81A9-83324220AFFA}" type="presOf" srcId="{FB190528-8024-4EDB-AC65-B3F07D400AFC}" destId="{5453CE9C-C6AD-4BBB-9659-24489987AB25}" srcOrd="0" destOrd="0" presId="urn:microsoft.com/office/officeart/2005/8/layout/vList2"/>
    <dgm:cxn modelId="{EBF89491-F16E-4C88-80AB-16D7E50925D5}" srcId="{84BF1228-0A32-4C4D-BD74-03DBCB1B097D}" destId="{880A4E14-D7C7-4D6E-89D4-E6D171F96B5F}" srcOrd="0" destOrd="0" parTransId="{06BD7752-8F48-41FE-93AE-420510CD44C6}" sibTransId="{C14EFD8C-DAE3-4604-B1FE-60615C969696}"/>
    <dgm:cxn modelId="{555A127D-FB77-4A27-8DE1-5655EA32E8B6}" type="presParOf" srcId="{78718926-C103-4864-B5E5-948D420CD2C2}" destId="{C5517812-B36A-49FB-8852-E4BA19104B41}" srcOrd="0" destOrd="0" presId="urn:microsoft.com/office/officeart/2005/8/layout/vList2"/>
    <dgm:cxn modelId="{9887837F-6FF7-4611-8A0F-E40834C691AB}" type="presParOf" srcId="{78718926-C103-4864-B5E5-948D420CD2C2}" destId="{8ECF9B6B-1389-4208-B7E1-EBA01ACAB44C}" srcOrd="1" destOrd="0" presId="urn:microsoft.com/office/officeart/2005/8/layout/vList2"/>
    <dgm:cxn modelId="{9498B1D6-76AF-476F-AB42-890E980F4312}" type="presParOf" srcId="{78718926-C103-4864-B5E5-948D420CD2C2}" destId="{5453CE9C-C6AD-4BBB-9659-24489987AB25}" srcOrd="2" destOrd="0" presId="urn:microsoft.com/office/officeart/2005/8/layout/vList2"/>
    <dgm:cxn modelId="{8AFDB620-DDA5-4D12-9217-3C6EC70856E5}" type="presParOf" srcId="{78718926-C103-4864-B5E5-948D420CD2C2}" destId="{B10CB703-1EA9-4838-835B-ED35A176F001}" srcOrd="3" destOrd="0" presId="urn:microsoft.com/office/officeart/2005/8/layout/vList2"/>
    <dgm:cxn modelId="{6B9CEF1F-EB6D-4A64-9F60-2A57F0F7EFA7}" type="presParOf" srcId="{78718926-C103-4864-B5E5-948D420CD2C2}" destId="{17826A92-F60C-40F1-8440-6C75B57B7994}"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0281862-768C-4DE7-834D-439F934FB37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E98D478-95A1-4269-BE38-CFA1BF9D40DF}">
      <dgm:prSet/>
      <dgm:spPr/>
      <dgm:t>
        <a:bodyPr/>
        <a:lstStyle/>
        <a:p>
          <a:pPr rtl="0"/>
          <a:r>
            <a:rPr lang="en-US" dirty="0" smtClean="0"/>
            <a:t>Each pool gives: a default gateway (the SW1 VLAN IP), a DNS server (8.8.8.8), a start IP (.10), a subnet mask, and a max of 200 users.</a:t>
          </a:r>
          <a:endParaRPr lang="en-US" dirty="0"/>
        </a:p>
      </dgm:t>
    </dgm:pt>
    <dgm:pt modelId="{FFBF6BC5-3B9C-4BD5-A71A-BBD5F9C49FC2}" type="parTrans" cxnId="{438F5675-3D68-46CD-B8D1-A19B82AF383C}">
      <dgm:prSet/>
      <dgm:spPr/>
      <dgm:t>
        <a:bodyPr/>
        <a:lstStyle/>
        <a:p>
          <a:endParaRPr lang="en-US"/>
        </a:p>
      </dgm:t>
    </dgm:pt>
    <dgm:pt modelId="{B25D2C72-788B-4719-A008-93E412ADBE35}" type="sibTrans" cxnId="{438F5675-3D68-46CD-B8D1-A19B82AF383C}">
      <dgm:prSet/>
      <dgm:spPr/>
      <dgm:t>
        <a:bodyPr/>
        <a:lstStyle/>
        <a:p>
          <a:endParaRPr lang="en-US"/>
        </a:p>
      </dgm:t>
    </dgm:pt>
    <dgm:pt modelId="{48CFECA3-A821-4C32-99D8-F5C9C0760B25}">
      <dgm:prSet/>
      <dgm:spPr/>
      <dgm:t>
        <a:bodyPr/>
        <a:lstStyle/>
        <a:p>
          <a:pPr rtl="0"/>
          <a:r>
            <a:rPr lang="en-US" dirty="0" smtClean="0"/>
            <a:t>Result: PCs in each VLAN automatically get their IP, gateway, and DNS from the server. </a:t>
          </a:r>
          <a:endParaRPr lang="en-US" dirty="0"/>
        </a:p>
      </dgm:t>
    </dgm:pt>
    <dgm:pt modelId="{ABDE9775-9992-49A5-8648-BC7023C7AFFC}" type="parTrans" cxnId="{C4FEC30B-1BD1-4ABD-AFD1-8E26EBC4A433}">
      <dgm:prSet/>
      <dgm:spPr/>
      <dgm:t>
        <a:bodyPr/>
        <a:lstStyle/>
        <a:p>
          <a:endParaRPr lang="en-US"/>
        </a:p>
      </dgm:t>
    </dgm:pt>
    <dgm:pt modelId="{0DA0E01F-95FD-4374-A58C-45FEF780333E}" type="sibTrans" cxnId="{C4FEC30B-1BD1-4ABD-AFD1-8E26EBC4A433}">
      <dgm:prSet/>
      <dgm:spPr/>
      <dgm:t>
        <a:bodyPr/>
        <a:lstStyle/>
        <a:p>
          <a:endParaRPr lang="en-US"/>
        </a:p>
      </dgm:t>
    </dgm:pt>
    <dgm:pt modelId="{C1CF53FA-4514-44D3-BAFF-CE8D5A4D6C3D}">
      <dgm:prSet/>
      <dgm:spPr/>
      <dgm:t>
        <a:bodyPr/>
        <a:lstStyle/>
        <a:p>
          <a:pPr rtl="0"/>
          <a:endParaRPr lang="en-US" dirty="0"/>
        </a:p>
      </dgm:t>
    </dgm:pt>
    <dgm:pt modelId="{CD667B48-78F3-4A8B-BFDA-6CA17C9970E5}" type="parTrans" cxnId="{27F8542A-BC62-4AC2-A555-CD0F00048861}">
      <dgm:prSet/>
      <dgm:spPr/>
      <dgm:t>
        <a:bodyPr/>
        <a:lstStyle/>
        <a:p>
          <a:endParaRPr lang="en-US"/>
        </a:p>
      </dgm:t>
    </dgm:pt>
    <dgm:pt modelId="{E28210B0-CB39-419B-8CB8-361EFF292927}" type="sibTrans" cxnId="{27F8542A-BC62-4AC2-A555-CD0F00048861}">
      <dgm:prSet/>
      <dgm:spPr/>
      <dgm:t>
        <a:bodyPr/>
        <a:lstStyle/>
        <a:p>
          <a:endParaRPr lang="en-US"/>
        </a:p>
      </dgm:t>
    </dgm:pt>
    <dgm:pt modelId="{B7718850-D240-4D8C-9505-F0AF18E2E4D3}" type="pres">
      <dgm:prSet presAssocID="{20281862-768C-4DE7-834D-439F934FB375}" presName="linear" presStyleCnt="0">
        <dgm:presLayoutVars>
          <dgm:animLvl val="lvl"/>
          <dgm:resizeHandles val="exact"/>
        </dgm:presLayoutVars>
      </dgm:prSet>
      <dgm:spPr/>
      <dgm:t>
        <a:bodyPr/>
        <a:lstStyle/>
        <a:p>
          <a:endParaRPr lang="en-US"/>
        </a:p>
      </dgm:t>
    </dgm:pt>
    <dgm:pt modelId="{B1B265C3-8F57-4F8A-AAFB-887CA9AA1077}" type="pres">
      <dgm:prSet presAssocID="{6E98D478-95A1-4269-BE38-CFA1BF9D40DF}" presName="parentText" presStyleLbl="node1" presStyleIdx="0" presStyleCnt="3" custLinFactY="-205457" custLinFactNeighborX="-2946" custLinFactNeighborY="-300000">
        <dgm:presLayoutVars>
          <dgm:chMax val="0"/>
          <dgm:bulletEnabled val="1"/>
        </dgm:presLayoutVars>
      </dgm:prSet>
      <dgm:spPr/>
      <dgm:t>
        <a:bodyPr/>
        <a:lstStyle/>
        <a:p>
          <a:endParaRPr lang="en-US"/>
        </a:p>
      </dgm:t>
    </dgm:pt>
    <dgm:pt modelId="{A62573BD-D938-4C3D-8E60-C2A9ABADF673}" type="pres">
      <dgm:prSet presAssocID="{B25D2C72-788B-4719-A008-93E412ADBE35}" presName="spacer" presStyleCnt="0"/>
      <dgm:spPr/>
    </dgm:pt>
    <dgm:pt modelId="{B3C49D6B-943D-4EF5-8053-3E3B68455A08}" type="pres">
      <dgm:prSet presAssocID="{48CFECA3-A821-4C32-99D8-F5C9C0760B25}" presName="parentText" presStyleLbl="node1" presStyleIdx="1" presStyleCnt="3">
        <dgm:presLayoutVars>
          <dgm:chMax val="0"/>
          <dgm:bulletEnabled val="1"/>
        </dgm:presLayoutVars>
      </dgm:prSet>
      <dgm:spPr/>
      <dgm:t>
        <a:bodyPr/>
        <a:lstStyle/>
        <a:p>
          <a:endParaRPr lang="en-US"/>
        </a:p>
      </dgm:t>
    </dgm:pt>
    <dgm:pt modelId="{678CBF3D-9089-420F-B3F5-755CFA9ABF08}" type="pres">
      <dgm:prSet presAssocID="{0DA0E01F-95FD-4374-A58C-45FEF780333E}" presName="spacer" presStyleCnt="0"/>
      <dgm:spPr/>
    </dgm:pt>
    <dgm:pt modelId="{1DEA9E4E-3B7E-453D-86A0-88C43337094B}" type="pres">
      <dgm:prSet presAssocID="{C1CF53FA-4514-44D3-BAFF-CE8D5A4D6C3D}" presName="parentText" presStyleLbl="node1" presStyleIdx="2" presStyleCnt="3" custFlipVert="1" custScaleY="10578" custLinFactNeighborX="510" custLinFactNeighborY="12049">
        <dgm:presLayoutVars>
          <dgm:chMax val="0"/>
          <dgm:bulletEnabled val="1"/>
        </dgm:presLayoutVars>
      </dgm:prSet>
      <dgm:spPr/>
      <dgm:t>
        <a:bodyPr/>
        <a:lstStyle/>
        <a:p>
          <a:endParaRPr lang="en-US"/>
        </a:p>
      </dgm:t>
    </dgm:pt>
  </dgm:ptLst>
  <dgm:cxnLst>
    <dgm:cxn modelId="{5E98B999-48E4-45DA-9906-57B58236EFE9}" type="presOf" srcId="{48CFECA3-A821-4C32-99D8-F5C9C0760B25}" destId="{B3C49D6B-943D-4EF5-8053-3E3B68455A08}" srcOrd="0" destOrd="0" presId="urn:microsoft.com/office/officeart/2005/8/layout/vList2"/>
    <dgm:cxn modelId="{45A3ACEA-0762-4BC1-B2C3-22B1ED30CCB4}" type="presOf" srcId="{C1CF53FA-4514-44D3-BAFF-CE8D5A4D6C3D}" destId="{1DEA9E4E-3B7E-453D-86A0-88C43337094B}" srcOrd="0" destOrd="0" presId="urn:microsoft.com/office/officeart/2005/8/layout/vList2"/>
    <dgm:cxn modelId="{C256AB22-EF9A-4856-A14A-FB7F7749BD89}" type="presOf" srcId="{20281862-768C-4DE7-834D-439F934FB375}" destId="{B7718850-D240-4D8C-9505-F0AF18E2E4D3}" srcOrd="0" destOrd="0" presId="urn:microsoft.com/office/officeart/2005/8/layout/vList2"/>
    <dgm:cxn modelId="{27F8542A-BC62-4AC2-A555-CD0F00048861}" srcId="{20281862-768C-4DE7-834D-439F934FB375}" destId="{C1CF53FA-4514-44D3-BAFF-CE8D5A4D6C3D}" srcOrd="2" destOrd="0" parTransId="{CD667B48-78F3-4A8B-BFDA-6CA17C9970E5}" sibTransId="{E28210B0-CB39-419B-8CB8-361EFF292927}"/>
    <dgm:cxn modelId="{438F5675-3D68-46CD-B8D1-A19B82AF383C}" srcId="{20281862-768C-4DE7-834D-439F934FB375}" destId="{6E98D478-95A1-4269-BE38-CFA1BF9D40DF}" srcOrd="0" destOrd="0" parTransId="{FFBF6BC5-3B9C-4BD5-A71A-BBD5F9C49FC2}" sibTransId="{B25D2C72-788B-4719-A008-93E412ADBE35}"/>
    <dgm:cxn modelId="{C4FEC30B-1BD1-4ABD-AFD1-8E26EBC4A433}" srcId="{20281862-768C-4DE7-834D-439F934FB375}" destId="{48CFECA3-A821-4C32-99D8-F5C9C0760B25}" srcOrd="1" destOrd="0" parTransId="{ABDE9775-9992-49A5-8648-BC7023C7AFFC}" sibTransId="{0DA0E01F-95FD-4374-A58C-45FEF780333E}"/>
    <dgm:cxn modelId="{2BD12940-0D4D-4715-B27E-F59572C4C9DD}" type="presOf" srcId="{6E98D478-95A1-4269-BE38-CFA1BF9D40DF}" destId="{B1B265C3-8F57-4F8A-AAFB-887CA9AA1077}" srcOrd="0" destOrd="0" presId="urn:microsoft.com/office/officeart/2005/8/layout/vList2"/>
    <dgm:cxn modelId="{EEC7D2EF-7ABC-4E8B-94AF-EDB0D6D39587}" type="presParOf" srcId="{B7718850-D240-4D8C-9505-F0AF18E2E4D3}" destId="{B1B265C3-8F57-4F8A-AAFB-887CA9AA1077}" srcOrd="0" destOrd="0" presId="urn:microsoft.com/office/officeart/2005/8/layout/vList2"/>
    <dgm:cxn modelId="{80A7EB83-E1D1-45D8-9F78-954C8E89A72D}" type="presParOf" srcId="{B7718850-D240-4D8C-9505-F0AF18E2E4D3}" destId="{A62573BD-D938-4C3D-8E60-C2A9ABADF673}" srcOrd="1" destOrd="0" presId="urn:microsoft.com/office/officeart/2005/8/layout/vList2"/>
    <dgm:cxn modelId="{628FDAF8-1B27-4F35-8C2E-E48562591F9B}" type="presParOf" srcId="{B7718850-D240-4D8C-9505-F0AF18E2E4D3}" destId="{B3C49D6B-943D-4EF5-8053-3E3B68455A08}" srcOrd="2" destOrd="0" presId="urn:microsoft.com/office/officeart/2005/8/layout/vList2"/>
    <dgm:cxn modelId="{F6FD5F10-E690-4780-B5F5-6DD26A336787}" type="presParOf" srcId="{B7718850-D240-4D8C-9505-F0AF18E2E4D3}" destId="{678CBF3D-9089-420F-B3F5-755CFA9ABF08}" srcOrd="3" destOrd="0" presId="urn:microsoft.com/office/officeart/2005/8/layout/vList2"/>
    <dgm:cxn modelId="{B5DB3686-9B54-465E-9F84-45D7C193E596}" type="presParOf" srcId="{B7718850-D240-4D8C-9505-F0AF18E2E4D3}" destId="{1DEA9E4E-3B7E-453D-86A0-88C43337094B}"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CDC2D0E-426A-43AA-8DB6-DA67D8845F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1BB0886-FF69-477D-8A43-2A2960A012C3}">
      <dgm:prSet/>
      <dgm:spPr/>
      <dgm:t>
        <a:bodyPr/>
        <a:lstStyle/>
        <a:p>
          <a:pPr rtl="0"/>
          <a:r>
            <a:rPr lang="en-US" dirty="0" smtClean="0"/>
            <a:t>Static IP: Yes, the DHCP server must have a static IP. Set it to 192.168.40.10 with mask 255.255.255.0 and gateway 192.168.40.1. It must stay fixed because the ip helper-address points to it.</a:t>
          </a:r>
          <a:endParaRPr lang="en-US" dirty="0"/>
        </a:p>
      </dgm:t>
    </dgm:pt>
    <dgm:pt modelId="{3438494F-48AF-4AE5-A89C-B0BA92BFEB1F}" type="parTrans" cxnId="{DD1B0B88-E5FD-461D-B3C0-D197F9EBF3CF}">
      <dgm:prSet/>
      <dgm:spPr/>
      <dgm:t>
        <a:bodyPr/>
        <a:lstStyle/>
        <a:p>
          <a:endParaRPr lang="en-US"/>
        </a:p>
      </dgm:t>
    </dgm:pt>
    <dgm:pt modelId="{7D3A0A08-9E48-4D42-881B-A18385264DE0}" type="sibTrans" cxnId="{DD1B0B88-E5FD-461D-B3C0-D197F9EBF3CF}">
      <dgm:prSet/>
      <dgm:spPr/>
      <dgm:t>
        <a:bodyPr/>
        <a:lstStyle/>
        <a:p>
          <a:endParaRPr lang="en-US"/>
        </a:p>
      </dgm:t>
    </dgm:pt>
    <dgm:pt modelId="{5946F931-B747-45AF-AE58-FF7BF8BA6801}" type="pres">
      <dgm:prSet presAssocID="{4CDC2D0E-426A-43AA-8DB6-DA67D8845F08}" presName="linear" presStyleCnt="0">
        <dgm:presLayoutVars>
          <dgm:animLvl val="lvl"/>
          <dgm:resizeHandles val="exact"/>
        </dgm:presLayoutVars>
      </dgm:prSet>
      <dgm:spPr/>
      <dgm:t>
        <a:bodyPr/>
        <a:lstStyle/>
        <a:p>
          <a:endParaRPr lang="en-US"/>
        </a:p>
      </dgm:t>
    </dgm:pt>
    <dgm:pt modelId="{6BEDA9CD-1057-4DD7-8617-F1654B633443}" type="pres">
      <dgm:prSet presAssocID="{B1BB0886-FF69-477D-8A43-2A2960A012C3}" presName="parentText" presStyleLbl="node1" presStyleIdx="0" presStyleCnt="1" custLinFactNeighborX="11100" custLinFactNeighborY="9516">
        <dgm:presLayoutVars>
          <dgm:chMax val="0"/>
          <dgm:bulletEnabled val="1"/>
        </dgm:presLayoutVars>
      </dgm:prSet>
      <dgm:spPr/>
      <dgm:t>
        <a:bodyPr/>
        <a:lstStyle/>
        <a:p>
          <a:endParaRPr lang="en-US"/>
        </a:p>
      </dgm:t>
    </dgm:pt>
  </dgm:ptLst>
  <dgm:cxnLst>
    <dgm:cxn modelId="{DD1B0B88-E5FD-461D-B3C0-D197F9EBF3CF}" srcId="{4CDC2D0E-426A-43AA-8DB6-DA67D8845F08}" destId="{B1BB0886-FF69-477D-8A43-2A2960A012C3}" srcOrd="0" destOrd="0" parTransId="{3438494F-48AF-4AE5-A89C-B0BA92BFEB1F}" sibTransId="{7D3A0A08-9E48-4D42-881B-A18385264DE0}"/>
    <dgm:cxn modelId="{B44266AA-D0A6-4C57-A48F-908FF1C88D4A}" type="presOf" srcId="{B1BB0886-FF69-477D-8A43-2A2960A012C3}" destId="{6BEDA9CD-1057-4DD7-8617-F1654B633443}" srcOrd="0" destOrd="0" presId="urn:microsoft.com/office/officeart/2005/8/layout/vList2"/>
    <dgm:cxn modelId="{048ED9E3-CEB6-4A7D-9E9B-9598CC016BD5}" type="presOf" srcId="{4CDC2D0E-426A-43AA-8DB6-DA67D8845F08}" destId="{5946F931-B747-45AF-AE58-FF7BF8BA6801}" srcOrd="0" destOrd="0" presId="urn:microsoft.com/office/officeart/2005/8/layout/vList2"/>
    <dgm:cxn modelId="{912EC3FB-AB10-4E34-9552-0A84CC080541}" type="presParOf" srcId="{5946F931-B747-45AF-AE58-FF7BF8BA6801}" destId="{6BEDA9CD-1057-4DD7-8617-F1654B633443}"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437FB70-B6CF-489C-A3A3-EA92F530869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FAC8F1B-737D-4341-8EC6-CC9BD79E7249}">
      <dgm:prSet/>
      <dgm:spPr/>
      <dgm:t>
        <a:bodyPr/>
        <a:lstStyle/>
        <a:p>
          <a:pPr rtl="0"/>
          <a:r>
            <a:rPr lang="en-US" smtClean="0"/>
            <a:t>Problem: PCs ask for an IP by broadcast, and broadcasts cannot cross VLANs. The DHCP server is in VLAN 40, so it would never hear them.</a:t>
          </a:r>
          <a:endParaRPr lang="en-US"/>
        </a:p>
      </dgm:t>
    </dgm:pt>
    <dgm:pt modelId="{8AB49C1A-ED53-40B2-A2E0-3654F13902C6}" type="parTrans" cxnId="{7A541258-1654-4D9F-BF64-6633CFF8933A}">
      <dgm:prSet/>
      <dgm:spPr/>
      <dgm:t>
        <a:bodyPr/>
        <a:lstStyle/>
        <a:p>
          <a:endParaRPr lang="en-US"/>
        </a:p>
      </dgm:t>
    </dgm:pt>
    <dgm:pt modelId="{919244CE-7D22-43C9-AB16-DEA53A377EBC}" type="sibTrans" cxnId="{7A541258-1654-4D9F-BF64-6633CFF8933A}">
      <dgm:prSet/>
      <dgm:spPr/>
      <dgm:t>
        <a:bodyPr/>
        <a:lstStyle/>
        <a:p>
          <a:endParaRPr lang="en-US"/>
        </a:p>
      </dgm:t>
    </dgm:pt>
    <dgm:pt modelId="{A76C5F60-AAF8-4D90-9E58-2A9B9A1E9B7C}">
      <dgm:prSet/>
      <dgm:spPr/>
      <dgm:t>
        <a:bodyPr/>
        <a:lstStyle/>
        <a:p>
          <a:pPr rtl="0"/>
          <a:r>
            <a:rPr lang="en-US" smtClean="0"/>
            <a:t>Fix: ip helper-address 192.168.40.10 makes SW1 catch the request and forward it directly to the DHCP server at 192.168.40.10.</a:t>
          </a:r>
          <a:endParaRPr lang="en-US"/>
        </a:p>
      </dgm:t>
    </dgm:pt>
    <dgm:pt modelId="{243F804C-326D-4C72-ACC1-1A8E8F75EBD0}" type="parTrans" cxnId="{0600E019-880C-4FB6-9E0C-07CC869CFE0F}">
      <dgm:prSet/>
      <dgm:spPr/>
      <dgm:t>
        <a:bodyPr/>
        <a:lstStyle/>
        <a:p>
          <a:endParaRPr lang="en-US"/>
        </a:p>
      </dgm:t>
    </dgm:pt>
    <dgm:pt modelId="{B36FEC98-8805-4637-9856-695B5D29CB18}" type="sibTrans" cxnId="{0600E019-880C-4FB6-9E0C-07CC869CFE0F}">
      <dgm:prSet/>
      <dgm:spPr/>
      <dgm:t>
        <a:bodyPr/>
        <a:lstStyle/>
        <a:p>
          <a:endParaRPr lang="en-US"/>
        </a:p>
      </dgm:t>
    </dgm:pt>
    <dgm:pt modelId="{0CB3B50D-472D-4251-9FA3-AA943B8C1437}" type="pres">
      <dgm:prSet presAssocID="{F437FB70-B6CF-489C-A3A3-EA92F530869A}" presName="linear" presStyleCnt="0">
        <dgm:presLayoutVars>
          <dgm:animLvl val="lvl"/>
          <dgm:resizeHandles val="exact"/>
        </dgm:presLayoutVars>
      </dgm:prSet>
      <dgm:spPr/>
      <dgm:t>
        <a:bodyPr/>
        <a:lstStyle/>
        <a:p>
          <a:endParaRPr lang="en-US"/>
        </a:p>
      </dgm:t>
    </dgm:pt>
    <dgm:pt modelId="{FA2CE4DF-1361-464E-9EA5-08098C913A1A}" type="pres">
      <dgm:prSet presAssocID="{4FAC8F1B-737D-4341-8EC6-CC9BD79E7249}" presName="parentText" presStyleLbl="node1" presStyleIdx="0" presStyleCnt="2">
        <dgm:presLayoutVars>
          <dgm:chMax val="0"/>
          <dgm:bulletEnabled val="1"/>
        </dgm:presLayoutVars>
      </dgm:prSet>
      <dgm:spPr/>
      <dgm:t>
        <a:bodyPr/>
        <a:lstStyle/>
        <a:p>
          <a:endParaRPr lang="en-US"/>
        </a:p>
      </dgm:t>
    </dgm:pt>
    <dgm:pt modelId="{66766E9D-AAF9-44F1-BDCA-094DE9A441E9}" type="pres">
      <dgm:prSet presAssocID="{919244CE-7D22-43C9-AB16-DEA53A377EBC}" presName="spacer" presStyleCnt="0"/>
      <dgm:spPr/>
    </dgm:pt>
    <dgm:pt modelId="{723168CB-EC73-44E4-9D68-C14D9DAF08C7}" type="pres">
      <dgm:prSet presAssocID="{A76C5F60-AAF8-4D90-9E58-2A9B9A1E9B7C}" presName="parentText" presStyleLbl="node1" presStyleIdx="1" presStyleCnt="2">
        <dgm:presLayoutVars>
          <dgm:chMax val="0"/>
          <dgm:bulletEnabled val="1"/>
        </dgm:presLayoutVars>
      </dgm:prSet>
      <dgm:spPr/>
      <dgm:t>
        <a:bodyPr/>
        <a:lstStyle/>
        <a:p>
          <a:endParaRPr lang="en-US"/>
        </a:p>
      </dgm:t>
    </dgm:pt>
  </dgm:ptLst>
  <dgm:cxnLst>
    <dgm:cxn modelId="{8C96800E-9B21-418F-9AD6-96669F905052}" type="presOf" srcId="{A76C5F60-AAF8-4D90-9E58-2A9B9A1E9B7C}" destId="{723168CB-EC73-44E4-9D68-C14D9DAF08C7}" srcOrd="0" destOrd="0" presId="urn:microsoft.com/office/officeart/2005/8/layout/vList2"/>
    <dgm:cxn modelId="{7A541258-1654-4D9F-BF64-6633CFF8933A}" srcId="{F437FB70-B6CF-489C-A3A3-EA92F530869A}" destId="{4FAC8F1B-737D-4341-8EC6-CC9BD79E7249}" srcOrd="0" destOrd="0" parTransId="{8AB49C1A-ED53-40B2-A2E0-3654F13902C6}" sibTransId="{919244CE-7D22-43C9-AB16-DEA53A377EBC}"/>
    <dgm:cxn modelId="{0600E019-880C-4FB6-9E0C-07CC869CFE0F}" srcId="{F437FB70-B6CF-489C-A3A3-EA92F530869A}" destId="{A76C5F60-AAF8-4D90-9E58-2A9B9A1E9B7C}" srcOrd="1" destOrd="0" parTransId="{243F804C-326D-4C72-ACC1-1A8E8F75EBD0}" sibTransId="{B36FEC98-8805-4637-9856-695B5D29CB18}"/>
    <dgm:cxn modelId="{E8D63801-30F1-4868-B54D-9D342F867520}" type="presOf" srcId="{F437FB70-B6CF-489C-A3A3-EA92F530869A}" destId="{0CB3B50D-472D-4251-9FA3-AA943B8C1437}" srcOrd="0" destOrd="0" presId="urn:microsoft.com/office/officeart/2005/8/layout/vList2"/>
    <dgm:cxn modelId="{39F36E48-D177-49CD-8BE5-8D7067C762E2}" type="presOf" srcId="{4FAC8F1B-737D-4341-8EC6-CC9BD79E7249}" destId="{FA2CE4DF-1361-464E-9EA5-08098C913A1A}" srcOrd="0" destOrd="0" presId="urn:microsoft.com/office/officeart/2005/8/layout/vList2"/>
    <dgm:cxn modelId="{49AE8240-625B-4C54-AE09-8DBE42DAEAF2}" type="presParOf" srcId="{0CB3B50D-472D-4251-9FA3-AA943B8C1437}" destId="{FA2CE4DF-1361-464E-9EA5-08098C913A1A}" srcOrd="0" destOrd="0" presId="urn:microsoft.com/office/officeart/2005/8/layout/vList2"/>
    <dgm:cxn modelId="{73746E8B-EBA4-4B93-8824-120CB144BDCC}" type="presParOf" srcId="{0CB3B50D-472D-4251-9FA3-AA943B8C1437}" destId="{66766E9D-AAF9-44F1-BDCA-094DE9A441E9}" srcOrd="1" destOrd="0" presId="urn:microsoft.com/office/officeart/2005/8/layout/vList2"/>
    <dgm:cxn modelId="{D34124E1-BC5B-4F09-AF15-5C5DF6AB3025}" type="presParOf" srcId="{0CB3B50D-472D-4251-9FA3-AA943B8C1437}" destId="{723168CB-EC73-44E4-9D68-C14D9DAF08C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EB701C-1392-4B52-B2E5-034E2BCC508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571BBFE-0C91-4626-99E1-4E2A6741CA3E}">
      <dgm:prSet/>
      <dgm:spPr/>
      <dgm:t>
        <a:bodyPr/>
        <a:lstStyle/>
        <a:p>
          <a:pPr rtl="0"/>
          <a:r>
            <a:rPr lang="en-US" b="1" smtClean="0"/>
            <a:t>Basic setup:</a:t>
          </a:r>
          <a:r>
            <a:rPr lang="en-US" smtClean="0"/>
            <a:t> We named the switch SW2 and turned off DNS lookup and console timeout.</a:t>
          </a:r>
          <a:endParaRPr lang="en-US"/>
        </a:p>
      </dgm:t>
    </dgm:pt>
    <dgm:pt modelId="{1B594428-E731-4618-91F2-4C2D76EB605D}" type="parTrans" cxnId="{471042E9-F84E-402B-871D-57A584BE11AC}">
      <dgm:prSet/>
      <dgm:spPr/>
      <dgm:t>
        <a:bodyPr/>
        <a:lstStyle/>
        <a:p>
          <a:endParaRPr lang="en-US"/>
        </a:p>
      </dgm:t>
    </dgm:pt>
    <dgm:pt modelId="{8438D458-DB16-4836-84BE-FEF7640686E8}" type="sibTrans" cxnId="{471042E9-F84E-402B-871D-57A584BE11AC}">
      <dgm:prSet/>
      <dgm:spPr/>
      <dgm:t>
        <a:bodyPr/>
        <a:lstStyle/>
        <a:p>
          <a:endParaRPr lang="en-US"/>
        </a:p>
      </dgm:t>
    </dgm:pt>
    <dgm:pt modelId="{2E3B766B-E02F-4809-9250-95838A060667}">
      <dgm:prSet/>
      <dgm:spPr/>
      <dgm:t>
        <a:bodyPr/>
        <a:lstStyle/>
        <a:p>
          <a:pPr rtl="0"/>
          <a:r>
            <a:rPr lang="en-US" b="1" dirty="0" smtClean="0"/>
            <a:t>VLANs:</a:t>
          </a:r>
          <a:r>
            <a:rPr lang="en-US" dirty="0" smtClean="0"/>
            <a:t> We created VLAN 10 (IT), VLAN 20 (HR), and VLAN 30 (Sales). SW2 must have the same VLANs as SW1</a:t>
          </a:r>
          <a:endParaRPr lang="en-US" dirty="0"/>
        </a:p>
      </dgm:t>
    </dgm:pt>
    <dgm:pt modelId="{077C09A1-822D-48B5-BEA5-EAA9D2A11F0C}" type="parTrans" cxnId="{B301FC3A-D309-4118-8918-8CD3550B0ECA}">
      <dgm:prSet/>
      <dgm:spPr/>
      <dgm:t>
        <a:bodyPr/>
        <a:lstStyle/>
        <a:p>
          <a:endParaRPr lang="en-US"/>
        </a:p>
      </dgm:t>
    </dgm:pt>
    <dgm:pt modelId="{166839EF-8DE2-4F53-A0B8-6E853A31B678}" type="sibTrans" cxnId="{B301FC3A-D309-4118-8918-8CD3550B0ECA}">
      <dgm:prSet/>
      <dgm:spPr/>
      <dgm:t>
        <a:bodyPr/>
        <a:lstStyle/>
        <a:p>
          <a:endParaRPr lang="en-US"/>
        </a:p>
      </dgm:t>
    </dgm:pt>
    <dgm:pt modelId="{9CD88CBE-B608-4E6F-A7C4-698DFFA46F94}" type="pres">
      <dgm:prSet presAssocID="{ACEB701C-1392-4B52-B2E5-034E2BCC508D}" presName="linear" presStyleCnt="0">
        <dgm:presLayoutVars>
          <dgm:animLvl val="lvl"/>
          <dgm:resizeHandles val="exact"/>
        </dgm:presLayoutVars>
      </dgm:prSet>
      <dgm:spPr/>
      <dgm:t>
        <a:bodyPr/>
        <a:lstStyle/>
        <a:p>
          <a:endParaRPr lang="en-US"/>
        </a:p>
      </dgm:t>
    </dgm:pt>
    <dgm:pt modelId="{25501C04-1B43-4EFE-8DE3-10D659E5B743}" type="pres">
      <dgm:prSet presAssocID="{E571BBFE-0C91-4626-99E1-4E2A6741CA3E}" presName="parentText" presStyleLbl="node1" presStyleIdx="0" presStyleCnt="2" custLinFactNeighborX="-1681" custLinFactNeighborY="50000">
        <dgm:presLayoutVars>
          <dgm:chMax val="0"/>
          <dgm:bulletEnabled val="1"/>
        </dgm:presLayoutVars>
      </dgm:prSet>
      <dgm:spPr/>
      <dgm:t>
        <a:bodyPr/>
        <a:lstStyle/>
        <a:p>
          <a:endParaRPr lang="en-US"/>
        </a:p>
      </dgm:t>
    </dgm:pt>
    <dgm:pt modelId="{8FDE8D40-F25D-48C1-A54A-F1D2A62FEF81}" type="pres">
      <dgm:prSet presAssocID="{8438D458-DB16-4836-84BE-FEF7640686E8}" presName="spacer" presStyleCnt="0"/>
      <dgm:spPr/>
    </dgm:pt>
    <dgm:pt modelId="{66692679-A75A-473F-84BE-9648F81F78A2}" type="pres">
      <dgm:prSet presAssocID="{2E3B766B-E02F-4809-9250-95838A060667}" presName="parentText" presStyleLbl="node1" presStyleIdx="1" presStyleCnt="2">
        <dgm:presLayoutVars>
          <dgm:chMax val="0"/>
          <dgm:bulletEnabled val="1"/>
        </dgm:presLayoutVars>
      </dgm:prSet>
      <dgm:spPr/>
      <dgm:t>
        <a:bodyPr/>
        <a:lstStyle/>
        <a:p>
          <a:endParaRPr lang="en-US"/>
        </a:p>
      </dgm:t>
    </dgm:pt>
  </dgm:ptLst>
  <dgm:cxnLst>
    <dgm:cxn modelId="{B301FC3A-D309-4118-8918-8CD3550B0ECA}" srcId="{ACEB701C-1392-4B52-B2E5-034E2BCC508D}" destId="{2E3B766B-E02F-4809-9250-95838A060667}" srcOrd="1" destOrd="0" parTransId="{077C09A1-822D-48B5-BEA5-EAA9D2A11F0C}" sibTransId="{166839EF-8DE2-4F53-A0B8-6E853A31B678}"/>
    <dgm:cxn modelId="{2C96A591-FB4B-44F6-8F4C-18629E4031CF}" type="presOf" srcId="{2E3B766B-E02F-4809-9250-95838A060667}" destId="{66692679-A75A-473F-84BE-9648F81F78A2}" srcOrd="0" destOrd="0" presId="urn:microsoft.com/office/officeart/2005/8/layout/vList2"/>
    <dgm:cxn modelId="{C6512AFD-4CF4-4017-BCBB-AF0E175B7CA0}" type="presOf" srcId="{ACEB701C-1392-4B52-B2E5-034E2BCC508D}" destId="{9CD88CBE-B608-4E6F-A7C4-698DFFA46F94}" srcOrd="0" destOrd="0" presId="urn:microsoft.com/office/officeart/2005/8/layout/vList2"/>
    <dgm:cxn modelId="{471042E9-F84E-402B-871D-57A584BE11AC}" srcId="{ACEB701C-1392-4B52-B2E5-034E2BCC508D}" destId="{E571BBFE-0C91-4626-99E1-4E2A6741CA3E}" srcOrd="0" destOrd="0" parTransId="{1B594428-E731-4618-91F2-4C2D76EB605D}" sibTransId="{8438D458-DB16-4836-84BE-FEF7640686E8}"/>
    <dgm:cxn modelId="{D2355244-A0F3-4EE4-B8E1-F4FD177F1151}" type="presOf" srcId="{E571BBFE-0C91-4626-99E1-4E2A6741CA3E}" destId="{25501C04-1B43-4EFE-8DE3-10D659E5B743}" srcOrd="0" destOrd="0" presId="urn:microsoft.com/office/officeart/2005/8/layout/vList2"/>
    <dgm:cxn modelId="{C7D0C266-E7AD-4F69-9A3D-6DBBA18B3529}" type="presParOf" srcId="{9CD88CBE-B608-4E6F-A7C4-698DFFA46F94}" destId="{25501C04-1B43-4EFE-8DE3-10D659E5B743}" srcOrd="0" destOrd="0" presId="urn:microsoft.com/office/officeart/2005/8/layout/vList2"/>
    <dgm:cxn modelId="{562CA507-3A0B-4912-B17A-337337BAE2C8}" type="presParOf" srcId="{9CD88CBE-B608-4E6F-A7C4-698DFFA46F94}" destId="{8FDE8D40-F25D-48C1-A54A-F1D2A62FEF81}" srcOrd="1" destOrd="0" presId="urn:microsoft.com/office/officeart/2005/8/layout/vList2"/>
    <dgm:cxn modelId="{41F95B4F-E0AB-435E-BCFA-AF89BCF95100}" type="presParOf" srcId="{9CD88CBE-B608-4E6F-A7C4-698DFFA46F94}" destId="{66692679-A75A-473F-84BE-9648F81F78A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2AF0E11-1A2F-446A-A123-CA0EDE43A80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1D0EE53-875D-49EF-A578-FC9DA6FE769A}">
      <dgm:prSet/>
      <dgm:spPr/>
      <dgm:t>
        <a:bodyPr/>
        <a:lstStyle/>
        <a:p>
          <a:pPr rtl="0"/>
          <a:r>
            <a:rPr lang="en-US" smtClean="0"/>
            <a:t>Access ports: Fa0/2-3 go to VLAN 10 (IT), Fa0/4-5 go to VLAN 20 (HR), and Fa0/6-7 go to VLAN 30 (Sales). Now each PC on SW2 is in its own VLAN.</a:t>
          </a:r>
          <a:endParaRPr lang="en-US"/>
        </a:p>
      </dgm:t>
    </dgm:pt>
    <dgm:pt modelId="{35079C6E-38DA-42C9-B132-57D8DAFB8246}" type="parTrans" cxnId="{6EC7C659-8937-45E1-B47B-E497EB0420C8}">
      <dgm:prSet/>
      <dgm:spPr/>
      <dgm:t>
        <a:bodyPr/>
        <a:lstStyle/>
        <a:p>
          <a:endParaRPr lang="en-US"/>
        </a:p>
      </dgm:t>
    </dgm:pt>
    <dgm:pt modelId="{C609007D-0428-4F0D-816B-1C5AA53D3CB8}" type="sibTrans" cxnId="{6EC7C659-8937-45E1-B47B-E497EB0420C8}">
      <dgm:prSet/>
      <dgm:spPr/>
      <dgm:t>
        <a:bodyPr/>
        <a:lstStyle/>
        <a:p>
          <a:endParaRPr lang="en-US"/>
        </a:p>
      </dgm:t>
    </dgm:pt>
    <dgm:pt modelId="{2925361B-07F6-4648-A1E9-F4A3EC1B63F9}">
      <dgm:prSet/>
      <dgm:spPr/>
      <dgm:t>
        <a:bodyPr/>
        <a:lstStyle/>
        <a:p>
          <a:pPr rtl="0"/>
          <a:r>
            <a:rPr lang="en-US" smtClean="0"/>
            <a:t>Trunk port: Fa0/1 is the link to SW1. It carries VLANs 10, 20, and 30 together, so both switches share the same VLANs</a:t>
          </a:r>
          <a:endParaRPr lang="en-US"/>
        </a:p>
      </dgm:t>
    </dgm:pt>
    <dgm:pt modelId="{04EB0A77-F44A-453F-BD9F-FE20285AB589}" type="parTrans" cxnId="{C0ABE3AC-E9D8-4F29-8AAE-F638D730587E}">
      <dgm:prSet/>
      <dgm:spPr/>
      <dgm:t>
        <a:bodyPr/>
        <a:lstStyle/>
        <a:p>
          <a:endParaRPr lang="en-US"/>
        </a:p>
      </dgm:t>
    </dgm:pt>
    <dgm:pt modelId="{9A84BF9D-601C-47E3-9EBD-315400AD35F0}" type="sibTrans" cxnId="{C0ABE3AC-E9D8-4F29-8AAE-F638D730587E}">
      <dgm:prSet/>
      <dgm:spPr/>
      <dgm:t>
        <a:bodyPr/>
        <a:lstStyle/>
        <a:p>
          <a:endParaRPr lang="en-US"/>
        </a:p>
      </dgm:t>
    </dgm:pt>
    <dgm:pt modelId="{6296271B-1FDF-4744-A681-17B55FEE0818}" type="pres">
      <dgm:prSet presAssocID="{F2AF0E11-1A2F-446A-A123-CA0EDE43A809}" presName="linear" presStyleCnt="0">
        <dgm:presLayoutVars>
          <dgm:animLvl val="lvl"/>
          <dgm:resizeHandles val="exact"/>
        </dgm:presLayoutVars>
      </dgm:prSet>
      <dgm:spPr/>
      <dgm:t>
        <a:bodyPr/>
        <a:lstStyle/>
        <a:p>
          <a:endParaRPr lang="en-US"/>
        </a:p>
      </dgm:t>
    </dgm:pt>
    <dgm:pt modelId="{11F9E033-80AE-4149-B6A2-3B44BCB0518A}" type="pres">
      <dgm:prSet presAssocID="{11D0EE53-875D-49EF-A578-FC9DA6FE769A}" presName="parentText" presStyleLbl="node1" presStyleIdx="0" presStyleCnt="2">
        <dgm:presLayoutVars>
          <dgm:chMax val="0"/>
          <dgm:bulletEnabled val="1"/>
        </dgm:presLayoutVars>
      </dgm:prSet>
      <dgm:spPr/>
      <dgm:t>
        <a:bodyPr/>
        <a:lstStyle/>
        <a:p>
          <a:endParaRPr lang="en-US"/>
        </a:p>
      </dgm:t>
    </dgm:pt>
    <dgm:pt modelId="{2D089455-77ED-49CC-92F1-776AE81B29D1}" type="pres">
      <dgm:prSet presAssocID="{C609007D-0428-4F0D-816B-1C5AA53D3CB8}" presName="spacer" presStyleCnt="0"/>
      <dgm:spPr/>
    </dgm:pt>
    <dgm:pt modelId="{E2263E3C-F2D7-4866-9D37-932FCE5A5279}" type="pres">
      <dgm:prSet presAssocID="{2925361B-07F6-4648-A1E9-F4A3EC1B63F9}" presName="parentText" presStyleLbl="node1" presStyleIdx="1" presStyleCnt="2">
        <dgm:presLayoutVars>
          <dgm:chMax val="0"/>
          <dgm:bulletEnabled val="1"/>
        </dgm:presLayoutVars>
      </dgm:prSet>
      <dgm:spPr/>
      <dgm:t>
        <a:bodyPr/>
        <a:lstStyle/>
        <a:p>
          <a:endParaRPr lang="en-US"/>
        </a:p>
      </dgm:t>
    </dgm:pt>
  </dgm:ptLst>
  <dgm:cxnLst>
    <dgm:cxn modelId="{C0DB480E-E3F4-47AF-B75E-F441A263AF26}" type="presOf" srcId="{2925361B-07F6-4648-A1E9-F4A3EC1B63F9}" destId="{E2263E3C-F2D7-4866-9D37-932FCE5A5279}" srcOrd="0" destOrd="0" presId="urn:microsoft.com/office/officeart/2005/8/layout/vList2"/>
    <dgm:cxn modelId="{6EC7C659-8937-45E1-B47B-E497EB0420C8}" srcId="{F2AF0E11-1A2F-446A-A123-CA0EDE43A809}" destId="{11D0EE53-875D-49EF-A578-FC9DA6FE769A}" srcOrd="0" destOrd="0" parTransId="{35079C6E-38DA-42C9-B132-57D8DAFB8246}" sibTransId="{C609007D-0428-4F0D-816B-1C5AA53D3CB8}"/>
    <dgm:cxn modelId="{B07BA82B-94AD-4FF0-9BE6-56E3BAD15CBD}" type="presOf" srcId="{F2AF0E11-1A2F-446A-A123-CA0EDE43A809}" destId="{6296271B-1FDF-4744-A681-17B55FEE0818}" srcOrd="0" destOrd="0" presId="urn:microsoft.com/office/officeart/2005/8/layout/vList2"/>
    <dgm:cxn modelId="{C0ABE3AC-E9D8-4F29-8AAE-F638D730587E}" srcId="{F2AF0E11-1A2F-446A-A123-CA0EDE43A809}" destId="{2925361B-07F6-4648-A1E9-F4A3EC1B63F9}" srcOrd="1" destOrd="0" parTransId="{04EB0A77-F44A-453F-BD9F-FE20285AB589}" sibTransId="{9A84BF9D-601C-47E3-9EBD-315400AD35F0}"/>
    <dgm:cxn modelId="{F85A35A9-6B99-4512-9D3B-16845E602A81}" type="presOf" srcId="{11D0EE53-875D-49EF-A578-FC9DA6FE769A}" destId="{11F9E033-80AE-4149-B6A2-3B44BCB0518A}" srcOrd="0" destOrd="0" presId="urn:microsoft.com/office/officeart/2005/8/layout/vList2"/>
    <dgm:cxn modelId="{54D2E56B-0C56-4DDD-8F1E-DC178D09F4F2}" type="presParOf" srcId="{6296271B-1FDF-4744-A681-17B55FEE0818}" destId="{11F9E033-80AE-4149-B6A2-3B44BCB0518A}" srcOrd="0" destOrd="0" presId="urn:microsoft.com/office/officeart/2005/8/layout/vList2"/>
    <dgm:cxn modelId="{9047D196-1EF6-4882-99CB-46E11AB0537E}" type="presParOf" srcId="{6296271B-1FDF-4744-A681-17B55FEE0818}" destId="{2D089455-77ED-49CC-92F1-776AE81B29D1}" srcOrd="1" destOrd="0" presId="urn:microsoft.com/office/officeart/2005/8/layout/vList2"/>
    <dgm:cxn modelId="{A52E733D-57FF-4285-9330-5B36B15F7B33}" type="presParOf" srcId="{6296271B-1FDF-4744-A681-17B55FEE0818}" destId="{E2263E3C-F2D7-4866-9D37-932FCE5A527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D2C62D-7B9A-4537-A0EE-78060606223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94F3B56-0C1F-4D58-8D6F-AED728461C69}">
      <dgm:prSet/>
      <dgm:spPr/>
      <dgm:t>
        <a:bodyPr/>
        <a:lstStyle/>
        <a:p>
          <a:pPr rtl="0"/>
          <a:r>
            <a:rPr lang="en-US" b="1" smtClean="0"/>
            <a:t>Interface:</a:t>
          </a:r>
          <a:r>
            <a:rPr lang="en-US" smtClean="0"/>
            <a:t> Gi0/0 gets the IP 10.10.10.1. This is the link to SW1 (10.10.10.2), and the /30 mask is perfect for a two-device link.</a:t>
          </a:r>
          <a:endParaRPr lang="en-US"/>
        </a:p>
      </dgm:t>
    </dgm:pt>
    <dgm:pt modelId="{081CE921-ECFF-4DE8-AD4D-8781BAA27721}" type="parTrans" cxnId="{6F3D7CDF-CE73-4DDF-B3FD-1EC4AECACF2D}">
      <dgm:prSet/>
      <dgm:spPr/>
      <dgm:t>
        <a:bodyPr/>
        <a:lstStyle/>
        <a:p>
          <a:endParaRPr lang="en-US"/>
        </a:p>
      </dgm:t>
    </dgm:pt>
    <dgm:pt modelId="{D48FE799-718F-417D-9F2F-A5C090BB5142}" type="sibTrans" cxnId="{6F3D7CDF-CE73-4DDF-B3FD-1EC4AECACF2D}">
      <dgm:prSet/>
      <dgm:spPr/>
      <dgm:t>
        <a:bodyPr/>
        <a:lstStyle/>
        <a:p>
          <a:endParaRPr lang="en-US"/>
        </a:p>
      </dgm:t>
    </dgm:pt>
    <dgm:pt modelId="{A50C0843-571F-4AED-B660-BCD806063390}">
      <dgm:prSet/>
      <dgm:spPr/>
      <dgm:t>
        <a:bodyPr/>
        <a:lstStyle/>
        <a:p>
          <a:pPr rtl="0"/>
          <a:r>
            <a:rPr lang="en-US" b="1" smtClean="0"/>
            <a:t>Static routes:</a:t>
          </a:r>
          <a:r>
            <a:rPr lang="en-US" smtClean="0"/>
            <a:t> DHAKA now knows that the IT, HR, and Sales networks (192.168.10.0, 20.0, 30.0) are reached through SW1 at 10.10.10.2. Without these, replies from outside would not find their way back to the PCs.</a:t>
          </a:r>
          <a:endParaRPr lang="en-US"/>
        </a:p>
      </dgm:t>
    </dgm:pt>
    <dgm:pt modelId="{26D58C61-A735-42B8-8BB1-542E61E75AF9}" type="parTrans" cxnId="{F9969F14-9FFA-410C-BF55-DEF46F4AF516}">
      <dgm:prSet/>
      <dgm:spPr/>
      <dgm:t>
        <a:bodyPr/>
        <a:lstStyle/>
        <a:p>
          <a:endParaRPr lang="en-US"/>
        </a:p>
      </dgm:t>
    </dgm:pt>
    <dgm:pt modelId="{C9359F4C-513E-4FDB-A931-D843CA56D5A8}" type="sibTrans" cxnId="{F9969F14-9FFA-410C-BF55-DEF46F4AF516}">
      <dgm:prSet/>
      <dgm:spPr/>
      <dgm:t>
        <a:bodyPr/>
        <a:lstStyle/>
        <a:p>
          <a:endParaRPr lang="en-US"/>
        </a:p>
      </dgm:t>
    </dgm:pt>
    <dgm:pt modelId="{662900C0-0A07-406B-8075-C0631AA1274E}" type="pres">
      <dgm:prSet presAssocID="{3DD2C62D-7B9A-4537-A0EE-78060606223C}" presName="linear" presStyleCnt="0">
        <dgm:presLayoutVars>
          <dgm:animLvl val="lvl"/>
          <dgm:resizeHandles val="exact"/>
        </dgm:presLayoutVars>
      </dgm:prSet>
      <dgm:spPr/>
      <dgm:t>
        <a:bodyPr/>
        <a:lstStyle/>
        <a:p>
          <a:endParaRPr lang="en-US"/>
        </a:p>
      </dgm:t>
    </dgm:pt>
    <dgm:pt modelId="{29F84E2B-DDE9-4724-A863-ADC3E04877E8}" type="pres">
      <dgm:prSet presAssocID="{B94F3B56-0C1F-4D58-8D6F-AED728461C69}" presName="parentText" presStyleLbl="node1" presStyleIdx="0" presStyleCnt="2">
        <dgm:presLayoutVars>
          <dgm:chMax val="0"/>
          <dgm:bulletEnabled val="1"/>
        </dgm:presLayoutVars>
      </dgm:prSet>
      <dgm:spPr/>
      <dgm:t>
        <a:bodyPr/>
        <a:lstStyle/>
        <a:p>
          <a:endParaRPr lang="en-US"/>
        </a:p>
      </dgm:t>
    </dgm:pt>
    <dgm:pt modelId="{A90A6EC1-4112-40F2-BCB8-EEF15B36F7D6}" type="pres">
      <dgm:prSet presAssocID="{D48FE799-718F-417D-9F2F-A5C090BB5142}" presName="spacer" presStyleCnt="0"/>
      <dgm:spPr/>
    </dgm:pt>
    <dgm:pt modelId="{A6DEA6B4-6666-4A2D-8F38-611712290740}" type="pres">
      <dgm:prSet presAssocID="{A50C0843-571F-4AED-B660-BCD806063390}" presName="parentText" presStyleLbl="node1" presStyleIdx="1" presStyleCnt="2">
        <dgm:presLayoutVars>
          <dgm:chMax val="0"/>
          <dgm:bulletEnabled val="1"/>
        </dgm:presLayoutVars>
      </dgm:prSet>
      <dgm:spPr/>
      <dgm:t>
        <a:bodyPr/>
        <a:lstStyle/>
        <a:p>
          <a:endParaRPr lang="en-US"/>
        </a:p>
      </dgm:t>
    </dgm:pt>
  </dgm:ptLst>
  <dgm:cxnLst>
    <dgm:cxn modelId="{6F3D7CDF-CE73-4DDF-B3FD-1EC4AECACF2D}" srcId="{3DD2C62D-7B9A-4537-A0EE-78060606223C}" destId="{B94F3B56-0C1F-4D58-8D6F-AED728461C69}" srcOrd="0" destOrd="0" parTransId="{081CE921-ECFF-4DE8-AD4D-8781BAA27721}" sibTransId="{D48FE799-718F-417D-9F2F-A5C090BB5142}"/>
    <dgm:cxn modelId="{F9969F14-9FFA-410C-BF55-DEF46F4AF516}" srcId="{3DD2C62D-7B9A-4537-A0EE-78060606223C}" destId="{A50C0843-571F-4AED-B660-BCD806063390}" srcOrd="1" destOrd="0" parTransId="{26D58C61-A735-42B8-8BB1-542E61E75AF9}" sibTransId="{C9359F4C-513E-4FDB-A931-D843CA56D5A8}"/>
    <dgm:cxn modelId="{021972A0-DA16-4138-9DCA-7031EBD0A288}" type="presOf" srcId="{B94F3B56-0C1F-4D58-8D6F-AED728461C69}" destId="{29F84E2B-DDE9-4724-A863-ADC3E04877E8}" srcOrd="0" destOrd="0" presId="urn:microsoft.com/office/officeart/2005/8/layout/vList2"/>
    <dgm:cxn modelId="{80840314-6181-430B-9E66-30F8240C9B90}" type="presOf" srcId="{A50C0843-571F-4AED-B660-BCD806063390}" destId="{A6DEA6B4-6666-4A2D-8F38-611712290740}" srcOrd="0" destOrd="0" presId="urn:microsoft.com/office/officeart/2005/8/layout/vList2"/>
    <dgm:cxn modelId="{34707477-805B-40AB-879B-1FE30E8B89E0}" type="presOf" srcId="{3DD2C62D-7B9A-4537-A0EE-78060606223C}" destId="{662900C0-0A07-406B-8075-C0631AA1274E}" srcOrd="0" destOrd="0" presId="urn:microsoft.com/office/officeart/2005/8/layout/vList2"/>
    <dgm:cxn modelId="{D75F9393-0BEE-4CEE-806C-B6880125EB0F}" type="presParOf" srcId="{662900C0-0A07-406B-8075-C0631AA1274E}" destId="{29F84E2B-DDE9-4724-A863-ADC3E04877E8}" srcOrd="0" destOrd="0" presId="urn:microsoft.com/office/officeart/2005/8/layout/vList2"/>
    <dgm:cxn modelId="{70C3268E-26B5-4DE7-B2DC-A1F0BEA014C2}" type="presParOf" srcId="{662900C0-0A07-406B-8075-C0631AA1274E}" destId="{A90A6EC1-4112-40F2-BCB8-EEF15B36F7D6}" srcOrd="1" destOrd="0" presId="urn:microsoft.com/office/officeart/2005/8/layout/vList2"/>
    <dgm:cxn modelId="{FAB3209C-C842-4F5E-A033-2EC14AFD38BE}" type="presParOf" srcId="{662900C0-0A07-406B-8075-C0631AA1274E}" destId="{A6DEA6B4-6666-4A2D-8F38-61171229074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C60D1A5-86B3-4281-9D83-19E50CBB25D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C7F8E8E-E5C8-44B7-9C33-8A972F4FC38C}">
      <dgm:prSet/>
      <dgm:spPr/>
      <dgm:t>
        <a:bodyPr/>
        <a:lstStyle/>
        <a:p>
          <a:pPr rtl="0"/>
          <a:r>
            <a:rPr lang="en-US" b="1" smtClean="0"/>
            <a:t>Basic setup:</a:t>
          </a:r>
          <a:r>
            <a:rPr lang="en-US" smtClean="0"/>
            <a:t> We named the switch Sw3 and turned off DNS lookup and console timeout.</a:t>
          </a:r>
          <a:endParaRPr lang="en-US"/>
        </a:p>
      </dgm:t>
    </dgm:pt>
    <dgm:pt modelId="{04A294B6-0EE1-4034-960D-62397D3068E3}" type="parTrans" cxnId="{C1A8C9CA-2C08-41AE-A8D4-B565FEB9640C}">
      <dgm:prSet/>
      <dgm:spPr/>
      <dgm:t>
        <a:bodyPr/>
        <a:lstStyle/>
        <a:p>
          <a:endParaRPr lang="en-US"/>
        </a:p>
      </dgm:t>
    </dgm:pt>
    <dgm:pt modelId="{0893D895-261A-4701-B779-5910F7862E0E}" type="sibTrans" cxnId="{C1A8C9CA-2C08-41AE-A8D4-B565FEB9640C}">
      <dgm:prSet/>
      <dgm:spPr/>
      <dgm:t>
        <a:bodyPr/>
        <a:lstStyle/>
        <a:p>
          <a:endParaRPr lang="en-US"/>
        </a:p>
      </dgm:t>
    </dgm:pt>
    <dgm:pt modelId="{3742B0A9-5DE8-4E26-AD56-CF6DF469D920}">
      <dgm:prSet/>
      <dgm:spPr/>
      <dgm:t>
        <a:bodyPr/>
        <a:lstStyle/>
        <a:p>
          <a:pPr rtl="0"/>
          <a:r>
            <a:rPr lang="en-US" b="1" dirty="0" smtClean="0"/>
            <a:t>VLANs:</a:t>
          </a:r>
          <a:r>
            <a:rPr lang="en-US" dirty="0" smtClean="0"/>
            <a:t> We created VLAN 10 (Accounts), VLAN 20 (Marketing), and VLAN 30 (IT). These are for a different site or network, </a:t>
          </a:r>
          <a:endParaRPr lang="en-US" dirty="0"/>
        </a:p>
      </dgm:t>
    </dgm:pt>
    <dgm:pt modelId="{5DBE528B-4052-429C-A34D-D2F5771412AA}" type="parTrans" cxnId="{AAADD9BC-9D4F-4505-9B13-6C3056F522BD}">
      <dgm:prSet/>
      <dgm:spPr/>
      <dgm:t>
        <a:bodyPr/>
        <a:lstStyle/>
        <a:p>
          <a:endParaRPr lang="en-US"/>
        </a:p>
      </dgm:t>
    </dgm:pt>
    <dgm:pt modelId="{EA3D8BCA-2A2C-4E3F-A6AD-20B4CC8AF731}" type="sibTrans" cxnId="{AAADD9BC-9D4F-4505-9B13-6C3056F522BD}">
      <dgm:prSet/>
      <dgm:spPr/>
      <dgm:t>
        <a:bodyPr/>
        <a:lstStyle/>
        <a:p>
          <a:endParaRPr lang="en-US"/>
        </a:p>
      </dgm:t>
    </dgm:pt>
    <dgm:pt modelId="{33CBE338-0611-4E14-988E-749AB3B4AE19}" type="pres">
      <dgm:prSet presAssocID="{CC60D1A5-86B3-4281-9D83-19E50CBB25D0}" presName="linear" presStyleCnt="0">
        <dgm:presLayoutVars>
          <dgm:animLvl val="lvl"/>
          <dgm:resizeHandles val="exact"/>
        </dgm:presLayoutVars>
      </dgm:prSet>
      <dgm:spPr/>
      <dgm:t>
        <a:bodyPr/>
        <a:lstStyle/>
        <a:p>
          <a:endParaRPr lang="en-US"/>
        </a:p>
      </dgm:t>
    </dgm:pt>
    <dgm:pt modelId="{F5078BE2-AC1C-46E1-A6CF-1C2923ADDA21}" type="pres">
      <dgm:prSet presAssocID="{CC7F8E8E-E5C8-44B7-9C33-8A972F4FC38C}" presName="parentText" presStyleLbl="node1" presStyleIdx="0" presStyleCnt="2">
        <dgm:presLayoutVars>
          <dgm:chMax val="0"/>
          <dgm:bulletEnabled val="1"/>
        </dgm:presLayoutVars>
      </dgm:prSet>
      <dgm:spPr/>
      <dgm:t>
        <a:bodyPr/>
        <a:lstStyle/>
        <a:p>
          <a:endParaRPr lang="en-US"/>
        </a:p>
      </dgm:t>
    </dgm:pt>
    <dgm:pt modelId="{1578FCE6-6B06-4B02-902A-99C1ED5C5238}" type="pres">
      <dgm:prSet presAssocID="{0893D895-261A-4701-B779-5910F7862E0E}" presName="spacer" presStyleCnt="0"/>
      <dgm:spPr/>
    </dgm:pt>
    <dgm:pt modelId="{784C8C7D-0CEC-4A3F-BB21-85C360494D32}" type="pres">
      <dgm:prSet presAssocID="{3742B0A9-5DE8-4E26-AD56-CF6DF469D920}" presName="parentText" presStyleLbl="node1" presStyleIdx="1" presStyleCnt="2">
        <dgm:presLayoutVars>
          <dgm:chMax val="0"/>
          <dgm:bulletEnabled val="1"/>
        </dgm:presLayoutVars>
      </dgm:prSet>
      <dgm:spPr/>
      <dgm:t>
        <a:bodyPr/>
        <a:lstStyle/>
        <a:p>
          <a:endParaRPr lang="en-US"/>
        </a:p>
      </dgm:t>
    </dgm:pt>
  </dgm:ptLst>
  <dgm:cxnLst>
    <dgm:cxn modelId="{C5002F46-29F6-465D-8BD0-5A16AD0D19C4}" type="presOf" srcId="{CC7F8E8E-E5C8-44B7-9C33-8A972F4FC38C}" destId="{F5078BE2-AC1C-46E1-A6CF-1C2923ADDA21}" srcOrd="0" destOrd="0" presId="urn:microsoft.com/office/officeart/2005/8/layout/vList2"/>
    <dgm:cxn modelId="{C1A8C9CA-2C08-41AE-A8D4-B565FEB9640C}" srcId="{CC60D1A5-86B3-4281-9D83-19E50CBB25D0}" destId="{CC7F8E8E-E5C8-44B7-9C33-8A972F4FC38C}" srcOrd="0" destOrd="0" parTransId="{04A294B6-0EE1-4034-960D-62397D3068E3}" sibTransId="{0893D895-261A-4701-B779-5910F7862E0E}"/>
    <dgm:cxn modelId="{C4FD0643-61E2-4A08-84D3-5EC3686B7F72}" type="presOf" srcId="{CC60D1A5-86B3-4281-9D83-19E50CBB25D0}" destId="{33CBE338-0611-4E14-988E-749AB3B4AE19}" srcOrd="0" destOrd="0" presId="urn:microsoft.com/office/officeart/2005/8/layout/vList2"/>
    <dgm:cxn modelId="{AAADD9BC-9D4F-4505-9B13-6C3056F522BD}" srcId="{CC60D1A5-86B3-4281-9D83-19E50CBB25D0}" destId="{3742B0A9-5DE8-4E26-AD56-CF6DF469D920}" srcOrd="1" destOrd="0" parTransId="{5DBE528B-4052-429C-A34D-D2F5771412AA}" sibTransId="{EA3D8BCA-2A2C-4E3F-A6AD-20B4CC8AF731}"/>
    <dgm:cxn modelId="{A0732F8D-9E40-4801-A181-295A76A77BAE}" type="presOf" srcId="{3742B0A9-5DE8-4E26-AD56-CF6DF469D920}" destId="{784C8C7D-0CEC-4A3F-BB21-85C360494D32}" srcOrd="0" destOrd="0" presId="urn:microsoft.com/office/officeart/2005/8/layout/vList2"/>
    <dgm:cxn modelId="{C383D81D-C50E-46F7-ADE7-B31BC301C4EF}" type="presParOf" srcId="{33CBE338-0611-4E14-988E-749AB3B4AE19}" destId="{F5078BE2-AC1C-46E1-A6CF-1C2923ADDA21}" srcOrd="0" destOrd="0" presId="urn:microsoft.com/office/officeart/2005/8/layout/vList2"/>
    <dgm:cxn modelId="{E58509C4-C893-48A0-AA38-E1E0999E1EAD}" type="presParOf" srcId="{33CBE338-0611-4E14-988E-749AB3B4AE19}" destId="{1578FCE6-6B06-4B02-902A-99C1ED5C5238}" srcOrd="1" destOrd="0" presId="urn:microsoft.com/office/officeart/2005/8/layout/vList2"/>
    <dgm:cxn modelId="{D0B88BFD-C260-44D7-994D-3284CAC8A954}" type="presParOf" srcId="{33CBE338-0611-4E14-988E-749AB3B4AE19}" destId="{784C8C7D-0CEC-4A3F-BB21-85C360494D3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A2B68EA-6EA2-433F-8075-3D2027FA7F0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50A75CA-98E4-4165-829A-E8ABA0EB5337}">
      <dgm:prSet/>
      <dgm:spPr/>
      <dgm:t>
        <a:bodyPr/>
        <a:lstStyle/>
        <a:p>
          <a:pPr rtl="0"/>
          <a:r>
            <a:rPr lang="en-US" smtClean="0"/>
            <a:t>Access ports: Fa0/1-4 go to VLAN 10 (Accounts), Fa0/5-7 go to VLAN 20 (Marketing), and Fa0/8-11 go to VLAN 30 (IT).</a:t>
          </a:r>
          <a:endParaRPr lang="en-US"/>
        </a:p>
      </dgm:t>
    </dgm:pt>
    <dgm:pt modelId="{62934AD0-2601-4E3D-BEA1-BA52CC8F8F9E}" type="parTrans" cxnId="{A6E468D9-2D9A-4566-9165-33DF6094DEA8}">
      <dgm:prSet/>
      <dgm:spPr/>
      <dgm:t>
        <a:bodyPr/>
        <a:lstStyle/>
        <a:p>
          <a:endParaRPr lang="en-US"/>
        </a:p>
      </dgm:t>
    </dgm:pt>
    <dgm:pt modelId="{56CF86C1-6D57-47BB-8F77-4123DD45CB5C}" type="sibTrans" cxnId="{A6E468D9-2D9A-4566-9165-33DF6094DEA8}">
      <dgm:prSet/>
      <dgm:spPr/>
      <dgm:t>
        <a:bodyPr/>
        <a:lstStyle/>
        <a:p>
          <a:endParaRPr lang="en-US"/>
        </a:p>
      </dgm:t>
    </dgm:pt>
    <dgm:pt modelId="{9B461D84-B7AE-482B-AB14-2E1A8C83A276}">
      <dgm:prSet/>
      <dgm:spPr/>
      <dgm:t>
        <a:bodyPr/>
        <a:lstStyle/>
        <a:p>
          <a:pPr rtl="0"/>
          <a:r>
            <a:rPr lang="en-US" smtClean="0"/>
            <a:t>Trunk port: Gi0/1 is the uplink. It carries VLANs 10, 20, and 30 together.</a:t>
          </a:r>
          <a:endParaRPr lang="en-US"/>
        </a:p>
      </dgm:t>
    </dgm:pt>
    <dgm:pt modelId="{CB63000A-0598-44BD-A77C-B4C225637188}" type="parTrans" cxnId="{EED9EF55-179F-4F45-8881-CCD66856F225}">
      <dgm:prSet/>
      <dgm:spPr/>
      <dgm:t>
        <a:bodyPr/>
        <a:lstStyle/>
        <a:p>
          <a:endParaRPr lang="en-US"/>
        </a:p>
      </dgm:t>
    </dgm:pt>
    <dgm:pt modelId="{72443D3A-026E-417F-8086-6896BB63F040}" type="sibTrans" cxnId="{EED9EF55-179F-4F45-8881-CCD66856F225}">
      <dgm:prSet/>
      <dgm:spPr/>
      <dgm:t>
        <a:bodyPr/>
        <a:lstStyle/>
        <a:p>
          <a:endParaRPr lang="en-US"/>
        </a:p>
      </dgm:t>
    </dgm:pt>
    <dgm:pt modelId="{9B1E0A77-AC76-408C-9B41-F96754971100}" type="pres">
      <dgm:prSet presAssocID="{5A2B68EA-6EA2-433F-8075-3D2027FA7F05}" presName="linear" presStyleCnt="0">
        <dgm:presLayoutVars>
          <dgm:animLvl val="lvl"/>
          <dgm:resizeHandles val="exact"/>
        </dgm:presLayoutVars>
      </dgm:prSet>
      <dgm:spPr/>
      <dgm:t>
        <a:bodyPr/>
        <a:lstStyle/>
        <a:p>
          <a:endParaRPr lang="en-US"/>
        </a:p>
      </dgm:t>
    </dgm:pt>
    <dgm:pt modelId="{43268D54-50AB-4817-867F-E3B9A33C0A1B}" type="pres">
      <dgm:prSet presAssocID="{850A75CA-98E4-4165-829A-E8ABA0EB5337}" presName="parentText" presStyleLbl="node1" presStyleIdx="0" presStyleCnt="2">
        <dgm:presLayoutVars>
          <dgm:chMax val="0"/>
          <dgm:bulletEnabled val="1"/>
        </dgm:presLayoutVars>
      </dgm:prSet>
      <dgm:spPr/>
      <dgm:t>
        <a:bodyPr/>
        <a:lstStyle/>
        <a:p>
          <a:endParaRPr lang="en-US"/>
        </a:p>
      </dgm:t>
    </dgm:pt>
    <dgm:pt modelId="{297163F8-C54C-43C8-A9E6-DE46AAE8009D}" type="pres">
      <dgm:prSet presAssocID="{56CF86C1-6D57-47BB-8F77-4123DD45CB5C}" presName="spacer" presStyleCnt="0"/>
      <dgm:spPr/>
    </dgm:pt>
    <dgm:pt modelId="{8215C7C0-5557-4FB2-A64A-507CCEF7C727}" type="pres">
      <dgm:prSet presAssocID="{9B461D84-B7AE-482B-AB14-2E1A8C83A276}" presName="parentText" presStyleLbl="node1" presStyleIdx="1" presStyleCnt="2">
        <dgm:presLayoutVars>
          <dgm:chMax val="0"/>
          <dgm:bulletEnabled val="1"/>
        </dgm:presLayoutVars>
      </dgm:prSet>
      <dgm:spPr/>
      <dgm:t>
        <a:bodyPr/>
        <a:lstStyle/>
        <a:p>
          <a:endParaRPr lang="en-US"/>
        </a:p>
      </dgm:t>
    </dgm:pt>
  </dgm:ptLst>
  <dgm:cxnLst>
    <dgm:cxn modelId="{A6E468D9-2D9A-4566-9165-33DF6094DEA8}" srcId="{5A2B68EA-6EA2-433F-8075-3D2027FA7F05}" destId="{850A75CA-98E4-4165-829A-E8ABA0EB5337}" srcOrd="0" destOrd="0" parTransId="{62934AD0-2601-4E3D-BEA1-BA52CC8F8F9E}" sibTransId="{56CF86C1-6D57-47BB-8F77-4123DD45CB5C}"/>
    <dgm:cxn modelId="{8D46A364-D6F6-4F2E-B110-8A7D8915C0CD}" type="presOf" srcId="{9B461D84-B7AE-482B-AB14-2E1A8C83A276}" destId="{8215C7C0-5557-4FB2-A64A-507CCEF7C727}" srcOrd="0" destOrd="0" presId="urn:microsoft.com/office/officeart/2005/8/layout/vList2"/>
    <dgm:cxn modelId="{EED9EF55-179F-4F45-8881-CCD66856F225}" srcId="{5A2B68EA-6EA2-433F-8075-3D2027FA7F05}" destId="{9B461D84-B7AE-482B-AB14-2E1A8C83A276}" srcOrd="1" destOrd="0" parTransId="{CB63000A-0598-44BD-A77C-B4C225637188}" sibTransId="{72443D3A-026E-417F-8086-6896BB63F040}"/>
    <dgm:cxn modelId="{FF7A6E04-BE6A-412B-B744-45144A265DC4}" type="presOf" srcId="{5A2B68EA-6EA2-433F-8075-3D2027FA7F05}" destId="{9B1E0A77-AC76-408C-9B41-F96754971100}" srcOrd="0" destOrd="0" presId="urn:microsoft.com/office/officeart/2005/8/layout/vList2"/>
    <dgm:cxn modelId="{DD1CF4B4-64C9-4451-B914-0EE1EB4DD3A8}" type="presOf" srcId="{850A75CA-98E4-4165-829A-E8ABA0EB5337}" destId="{43268D54-50AB-4817-867F-E3B9A33C0A1B}" srcOrd="0" destOrd="0" presId="urn:microsoft.com/office/officeart/2005/8/layout/vList2"/>
    <dgm:cxn modelId="{26B30DEE-0B82-41CB-AFFD-D51ECC68B437}" type="presParOf" srcId="{9B1E0A77-AC76-408C-9B41-F96754971100}" destId="{43268D54-50AB-4817-867F-E3B9A33C0A1B}" srcOrd="0" destOrd="0" presId="urn:microsoft.com/office/officeart/2005/8/layout/vList2"/>
    <dgm:cxn modelId="{CE1CE2FC-FA14-46E6-A295-ACF8A4E6FF5C}" type="presParOf" srcId="{9B1E0A77-AC76-408C-9B41-F96754971100}" destId="{297163F8-C54C-43C8-A9E6-DE46AAE8009D}" srcOrd="1" destOrd="0" presId="urn:microsoft.com/office/officeart/2005/8/layout/vList2"/>
    <dgm:cxn modelId="{FA5673D5-D685-4E7B-BEFA-E7D32123C737}" type="presParOf" srcId="{9B1E0A77-AC76-408C-9B41-F96754971100}" destId="{8215C7C0-5557-4FB2-A64A-507CCEF7C72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2D627A4-7C70-41D9-9FE4-55505568946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DED6992-88F1-46D9-8005-740A4CA90919}">
      <dgm:prSet/>
      <dgm:spPr/>
      <dgm:t>
        <a:bodyPr/>
        <a:lstStyle/>
        <a:p>
          <a:pPr rtl="0"/>
          <a:r>
            <a:rPr lang="en-US" smtClean="0"/>
            <a:t>Basic setup: We named the router CUMILLA and turned off DNS lookup and console timeout.</a:t>
          </a:r>
          <a:endParaRPr lang="en-US"/>
        </a:p>
      </dgm:t>
    </dgm:pt>
    <dgm:pt modelId="{6AEDA143-2AEC-4ED1-B1E2-EC86BE052018}" type="parTrans" cxnId="{05FA3086-C869-4BAA-AA47-BD206BF06EF7}">
      <dgm:prSet/>
      <dgm:spPr/>
      <dgm:t>
        <a:bodyPr/>
        <a:lstStyle/>
        <a:p>
          <a:endParaRPr lang="en-US"/>
        </a:p>
      </dgm:t>
    </dgm:pt>
    <dgm:pt modelId="{89BD9E9C-81F4-423F-90E5-91CA00B1B6DB}" type="sibTrans" cxnId="{05FA3086-C869-4BAA-AA47-BD206BF06EF7}">
      <dgm:prSet/>
      <dgm:spPr/>
      <dgm:t>
        <a:bodyPr/>
        <a:lstStyle/>
        <a:p>
          <a:endParaRPr lang="en-US"/>
        </a:p>
      </dgm:t>
    </dgm:pt>
    <dgm:pt modelId="{E41A8075-B414-4216-A47D-AC2A40DC5627}">
      <dgm:prSet/>
      <dgm:spPr/>
      <dgm:t>
        <a:bodyPr/>
        <a:lstStyle/>
        <a:p>
          <a:pPr rtl="0"/>
          <a:r>
            <a:rPr lang="en-US" smtClean="0"/>
            <a:t>Interface: no shutdown turns Gi0/0 on. It has no IP address yet, which is normal if this port will be split into subinterfaces for the VLANs (router-on-a-stick) toward Sw3.</a:t>
          </a:r>
          <a:endParaRPr lang="en-US"/>
        </a:p>
      </dgm:t>
    </dgm:pt>
    <dgm:pt modelId="{5EB3ED03-A754-4686-BCC4-C0AA717D4038}" type="parTrans" cxnId="{F11B2172-08A2-4486-917E-791AF5256974}">
      <dgm:prSet/>
      <dgm:spPr/>
      <dgm:t>
        <a:bodyPr/>
        <a:lstStyle/>
        <a:p>
          <a:endParaRPr lang="en-US"/>
        </a:p>
      </dgm:t>
    </dgm:pt>
    <dgm:pt modelId="{A9B3DB0F-58A8-4844-A0E0-80C4F8A487AE}" type="sibTrans" cxnId="{F11B2172-08A2-4486-917E-791AF5256974}">
      <dgm:prSet/>
      <dgm:spPr/>
      <dgm:t>
        <a:bodyPr/>
        <a:lstStyle/>
        <a:p>
          <a:endParaRPr lang="en-US"/>
        </a:p>
      </dgm:t>
    </dgm:pt>
    <dgm:pt modelId="{6DB415A4-8651-4DBF-AF3B-30ACBF86884F}" type="pres">
      <dgm:prSet presAssocID="{32D627A4-7C70-41D9-9FE4-555055689465}" presName="linear" presStyleCnt="0">
        <dgm:presLayoutVars>
          <dgm:animLvl val="lvl"/>
          <dgm:resizeHandles val="exact"/>
        </dgm:presLayoutVars>
      </dgm:prSet>
      <dgm:spPr/>
      <dgm:t>
        <a:bodyPr/>
        <a:lstStyle/>
        <a:p>
          <a:endParaRPr lang="en-US"/>
        </a:p>
      </dgm:t>
    </dgm:pt>
    <dgm:pt modelId="{38BD684F-16F9-4A95-A7F2-64FFD3FE056F}" type="pres">
      <dgm:prSet presAssocID="{8DED6992-88F1-46D9-8005-740A4CA90919}" presName="parentText" presStyleLbl="node1" presStyleIdx="0" presStyleCnt="2">
        <dgm:presLayoutVars>
          <dgm:chMax val="0"/>
          <dgm:bulletEnabled val="1"/>
        </dgm:presLayoutVars>
      </dgm:prSet>
      <dgm:spPr/>
      <dgm:t>
        <a:bodyPr/>
        <a:lstStyle/>
        <a:p>
          <a:endParaRPr lang="en-US"/>
        </a:p>
      </dgm:t>
    </dgm:pt>
    <dgm:pt modelId="{1461F4B7-AB20-47F8-A859-5506B9996764}" type="pres">
      <dgm:prSet presAssocID="{89BD9E9C-81F4-423F-90E5-91CA00B1B6DB}" presName="spacer" presStyleCnt="0"/>
      <dgm:spPr/>
    </dgm:pt>
    <dgm:pt modelId="{7E04A33D-4FE1-4938-BD9B-102DA05ED8E4}" type="pres">
      <dgm:prSet presAssocID="{E41A8075-B414-4216-A47D-AC2A40DC5627}" presName="parentText" presStyleLbl="node1" presStyleIdx="1" presStyleCnt="2">
        <dgm:presLayoutVars>
          <dgm:chMax val="0"/>
          <dgm:bulletEnabled val="1"/>
        </dgm:presLayoutVars>
      </dgm:prSet>
      <dgm:spPr/>
      <dgm:t>
        <a:bodyPr/>
        <a:lstStyle/>
        <a:p>
          <a:endParaRPr lang="en-US"/>
        </a:p>
      </dgm:t>
    </dgm:pt>
  </dgm:ptLst>
  <dgm:cxnLst>
    <dgm:cxn modelId="{F07D9171-2B67-498D-88CE-40C3AF72509A}" type="presOf" srcId="{8DED6992-88F1-46D9-8005-740A4CA90919}" destId="{38BD684F-16F9-4A95-A7F2-64FFD3FE056F}" srcOrd="0" destOrd="0" presId="urn:microsoft.com/office/officeart/2005/8/layout/vList2"/>
    <dgm:cxn modelId="{F11B2172-08A2-4486-917E-791AF5256974}" srcId="{32D627A4-7C70-41D9-9FE4-555055689465}" destId="{E41A8075-B414-4216-A47D-AC2A40DC5627}" srcOrd="1" destOrd="0" parTransId="{5EB3ED03-A754-4686-BCC4-C0AA717D4038}" sibTransId="{A9B3DB0F-58A8-4844-A0E0-80C4F8A487AE}"/>
    <dgm:cxn modelId="{517D0387-794C-45D6-9E37-F1146C45E7BA}" type="presOf" srcId="{32D627A4-7C70-41D9-9FE4-555055689465}" destId="{6DB415A4-8651-4DBF-AF3B-30ACBF86884F}" srcOrd="0" destOrd="0" presId="urn:microsoft.com/office/officeart/2005/8/layout/vList2"/>
    <dgm:cxn modelId="{87EE9F48-3B2D-4D6F-AE56-46DF4F35AF97}" type="presOf" srcId="{E41A8075-B414-4216-A47D-AC2A40DC5627}" destId="{7E04A33D-4FE1-4938-BD9B-102DA05ED8E4}" srcOrd="0" destOrd="0" presId="urn:microsoft.com/office/officeart/2005/8/layout/vList2"/>
    <dgm:cxn modelId="{05FA3086-C869-4BAA-AA47-BD206BF06EF7}" srcId="{32D627A4-7C70-41D9-9FE4-555055689465}" destId="{8DED6992-88F1-46D9-8005-740A4CA90919}" srcOrd="0" destOrd="0" parTransId="{6AEDA143-2AEC-4ED1-B1E2-EC86BE052018}" sibTransId="{89BD9E9C-81F4-423F-90E5-91CA00B1B6DB}"/>
    <dgm:cxn modelId="{1AF1DD7C-7224-4F9D-95DD-1ABC6C12DF74}" type="presParOf" srcId="{6DB415A4-8651-4DBF-AF3B-30ACBF86884F}" destId="{38BD684F-16F9-4A95-A7F2-64FFD3FE056F}" srcOrd="0" destOrd="0" presId="urn:microsoft.com/office/officeart/2005/8/layout/vList2"/>
    <dgm:cxn modelId="{70C15D55-C8B3-44F3-92DE-3B22FEB68282}" type="presParOf" srcId="{6DB415A4-8651-4DBF-AF3B-30ACBF86884F}" destId="{1461F4B7-AB20-47F8-A859-5506B9996764}" srcOrd="1" destOrd="0" presId="urn:microsoft.com/office/officeart/2005/8/layout/vList2"/>
    <dgm:cxn modelId="{E3D03CA6-D88B-4043-99DA-4B1B4903B06C}" type="presParOf" srcId="{6DB415A4-8651-4DBF-AF3B-30ACBF86884F}" destId="{7E04A33D-4FE1-4938-BD9B-102DA05ED8E4}"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6CA266A-0645-4A11-B9A9-65CB4EABE92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B63BDC4-1A2F-444F-BCAB-B6EC9218B87D}">
      <dgm:prSet/>
      <dgm:spPr/>
      <dgm:t>
        <a:bodyPr/>
        <a:lstStyle/>
        <a:p>
          <a:pPr rtl="0"/>
          <a:r>
            <a:rPr lang="en-US" smtClean="0"/>
            <a:t>Gi0/0.10: encapsulation dot1Q 10 ties it to VLAN 10 (Accounts), and 192.168.50.1 is the default gateway for that VLAN.</a:t>
          </a:r>
          <a:endParaRPr lang="en-US"/>
        </a:p>
      </dgm:t>
    </dgm:pt>
    <dgm:pt modelId="{4ED5D321-70C2-40DE-8F8B-1E8B1D104D7D}" type="parTrans" cxnId="{E8C93652-92F2-49D3-8ECF-2BC082D4B16E}">
      <dgm:prSet/>
      <dgm:spPr/>
      <dgm:t>
        <a:bodyPr/>
        <a:lstStyle/>
        <a:p>
          <a:endParaRPr lang="en-US"/>
        </a:p>
      </dgm:t>
    </dgm:pt>
    <dgm:pt modelId="{E00C1FEA-1F11-4BB1-A563-A78540C9A0A4}" type="sibTrans" cxnId="{E8C93652-92F2-49D3-8ECF-2BC082D4B16E}">
      <dgm:prSet/>
      <dgm:spPr/>
      <dgm:t>
        <a:bodyPr/>
        <a:lstStyle/>
        <a:p>
          <a:endParaRPr lang="en-US"/>
        </a:p>
      </dgm:t>
    </dgm:pt>
    <dgm:pt modelId="{E2ACEF15-6D33-409E-9B17-6A816FE6BB55}">
      <dgm:prSet/>
      <dgm:spPr/>
      <dgm:t>
        <a:bodyPr/>
        <a:lstStyle/>
        <a:p>
          <a:pPr rtl="0"/>
          <a:r>
            <a:rPr lang="en-US" smtClean="0"/>
            <a:t>Gi0/0.20: Tied to VLAN 20 (Marketing), with gateway 192.168.60.1</a:t>
          </a:r>
          <a:endParaRPr lang="en-US"/>
        </a:p>
      </dgm:t>
    </dgm:pt>
    <dgm:pt modelId="{F187DB98-5B60-405D-B730-A2F5A60A83E7}" type="parTrans" cxnId="{9ABBDDAE-A73C-4D3C-B6A0-D61A09C7F1C2}">
      <dgm:prSet/>
      <dgm:spPr/>
      <dgm:t>
        <a:bodyPr/>
        <a:lstStyle/>
        <a:p>
          <a:endParaRPr lang="en-US"/>
        </a:p>
      </dgm:t>
    </dgm:pt>
    <dgm:pt modelId="{939740A2-6DC4-44BD-8CF0-6A0A9DEC9654}" type="sibTrans" cxnId="{9ABBDDAE-A73C-4D3C-B6A0-D61A09C7F1C2}">
      <dgm:prSet/>
      <dgm:spPr/>
      <dgm:t>
        <a:bodyPr/>
        <a:lstStyle/>
        <a:p>
          <a:endParaRPr lang="en-US"/>
        </a:p>
      </dgm:t>
    </dgm:pt>
    <dgm:pt modelId="{C4D538EF-8F0B-48BD-A3BB-748CDB033261}">
      <dgm:prSet/>
      <dgm:spPr/>
      <dgm:t>
        <a:bodyPr/>
        <a:lstStyle/>
        <a:p>
          <a:pPr rtl="0"/>
          <a:r>
            <a:rPr lang="en-US" smtClean="0"/>
            <a:t>Gi0/0.30: Tied to VLAN 30 (IT), with gateway 192.168.70.1</a:t>
          </a:r>
          <a:endParaRPr lang="en-US"/>
        </a:p>
      </dgm:t>
    </dgm:pt>
    <dgm:pt modelId="{6F5F839A-250F-40B8-9475-17934BA8BA17}" type="parTrans" cxnId="{90367DD0-31A9-42D5-8ECF-E26F4BFD0799}">
      <dgm:prSet/>
      <dgm:spPr/>
      <dgm:t>
        <a:bodyPr/>
        <a:lstStyle/>
        <a:p>
          <a:endParaRPr lang="en-US"/>
        </a:p>
      </dgm:t>
    </dgm:pt>
    <dgm:pt modelId="{7FCBF5FB-D1EC-47B4-8C82-B91A820D6563}" type="sibTrans" cxnId="{90367DD0-31A9-42D5-8ECF-E26F4BFD0799}">
      <dgm:prSet/>
      <dgm:spPr/>
      <dgm:t>
        <a:bodyPr/>
        <a:lstStyle/>
        <a:p>
          <a:endParaRPr lang="en-US"/>
        </a:p>
      </dgm:t>
    </dgm:pt>
    <dgm:pt modelId="{DC1C6806-A7AD-4466-8ACE-4F644251F141}" type="pres">
      <dgm:prSet presAssocID="{36CA266A-0645-4A11-B9A9-65CB4EABE924}" presName="linear" presStyleCnt="0">
        <dgm:presLayoutVars>
          <dgm:animLvl val="lvl"/>
          <dgm:resizeHandles val="exact"/>
        </dgm:presLayoutVars>
      </dgm:prSet>
      <dgm:spPr/>
      <dgm:t>
        <a:bodyPr/>
        <a:lstStyle/>
        <a:p>
          <a:endParaRPr lang="en-US"/>
        </a:p>
      </dgm:t>
    </dgm:pt>
    <dgm:pt modelId="{E0C16987-57B9-40FA-8D06-1A7EE6CFCED1}" type="pres">
      <dgm:prSet presAssocID="{5B63BDC4-1A2F-444F-BCAB-B6EC9218B87D}" presName="parentText" presStyleLbl="node1" presStyleIdx="0" presStyleCnt="3">
        <dgm:presLayoutVars>
          <dgm:chMax val="0"/>
          <dgm:bulletEnabled val="1"/>
        </dgm:presLayoutVars>
      </dgm:prSet>
      <dgm:spPr/>
      <dgm:t>
        <a:bodyPr/>
        <a:lstStyle/>
        <a:p>
          <a:endParaRPr lang="en-US"/>
        </a:p>
      </dgm:t>
    </dgm:pt>
    <dgm:pt modelId="{C123536D-667A-48ED-BE84-CD8062517FF9}" type="pres">
      <dgm:prSet presAssocID="{E00C1FEA-1F11-4BB1-A563-A78540C9A0A4}" presName="spacer" presStyleCnt="0"/>
      <dgm:spPr/>
    </dgm:pt>
    <dgm:pt modelId="{E8DC987E-5970-4DBC-8257-8BE7265FC672}" type="pres">
      <dgm:prSet presAssocID="{E2ACEF15-6D33-409E-9B17-6A816FE6BB55}" presName="parentText" presStyleLbl="node1" presStyleIdx="1" presStyleCnt="3">
        <dgm:presLayoutVars>
          <dgm:chMax val="0"/>
          <dgm:bulletEnabled val="1"/>
        </dgm:presLayoutVars>
      </dgm:prSet>
      <dgm:spPr/>
      <dgm:t>
        <a:bodyPr/>
        <a:lstStyle/>
        <a:p>
          <a:endParaRPr lang="en-US"/>
        </a:p>
      </dgm:t>
    </dgm:pt>
    <dgm:pt modelId="{1EAAE06D-1BBB-4F4B-8D35-A8E7F5825F28}" type="pres">
      <dgm:prSet presAssocID="{939740A2-6DC4-44BD-8CF0-6A0A9DEC9654}" presName="spacer" presStyleCnt="0"/>
      <dgm:spPr/>
    </dgm:pt>
    <dgm:pt modelId="{3FA57CCF-8AA2-4F4A-9940-9C4FCBA9B190}" type="pres">
      <dgm:prSet presAssocID="{C4D538EF-8F0B-48BD-A3BB-748CDB033261}" presName="parentText" presStyleLbl="node1" presStyleIdx="2" presStyleCnt="3">
        <dgm:presLayoutVars>
          <dgm:chMax val="0"/>
          <dgm:bulletEnabled val="1"/>
        </dgm:presLayoutVars>
      </dgm:prSet>
      <dgm:spPr/>
      <dgm:t>
        <a:bodyPr/>
        <a:lstStyle/>
        <a:p>
          <a:endParaRPr lang="en-US"/>
        </a:p>
      </dgm:t>
    </dgm:pt>
  </dgm:ptLst>
  <dgm:cxnLst>
    <dgm:cxn modelId="{C569B691-635C-468E-A916-1D3A2FA689B7}" type="presOf" srcId="{C4D538EF-8F0B-48BD-A3BB-748CDB033261}" destId="{3FA57CCF-8AA2-4F4A-9940-9C4FCBA9B190}" srcOrd="0" destOrd="0" presId="urn:microsoft.com/office/officeart/2005/8/layout/vList2"/>
    <dgm:cxn modelId="{2780966B-0F30-495C-A1E8-1261C608050B}" type="presOf" srcId="{36CA266A-0645-4A11-B9A9-65CB4EABE924}" destId="{DC1C6806-A7AD-4466-8ACE-4F644251F141}" srcOrd="0" destOrd="0" presId="urn:microsoft.com/office/officeart/2005/8/layout/vList2"/>
    <dgm:cxn modelId="{9ABBDDAE-A73C-4D3C-B6A0-D61A09C7F1C2}" srcId="{36CA266A-0645-4A11-B9A9-65CB4EABE924}" destId="{E2ACEF15-6D33-409E-9B17-6A816FE6BB55}" srcOrd="1" destOrd="0" parTransId="{F187DB98-5B60-405D-B730-A2F5A60A83E7}" sibTransId="{939740A2-6DC4-44BD-8CF0-6A0A9DEC9654}"/>
    <dgm:cxn modelId="{5431AAD9-E800-4F52-BD07-95E520AADE14}" type="presOf" srcId="{E2ACEF15-6D33-409E-9B17-6A816FE6BB55}" destId="{E8DC987E-5970-4DBC-8257-8BE7265FC672}" srcOrd="0" destOrd="0" presId="urn:microsoft.com/office/officeart/2005/8/layout/vList2"/>
    <dgm:cxn modelId="{90367DD0-31A9-42D5-8ECF-E26F4BFD0799}" srcId="{36CA266A-0645-4A11-B9A9-65CB4EABE924}" destId="{C4D538EF-8F0B-48BD-A3BB-748CDB033261}" srcOrd="2" destOrd="0" parTransId="{6F5F839A-250F-40B8-9475-17934BA8BA17}" sibTransId="{7FCBF5FB-D1EC-47B4-8C82-B91A820D6563}"/>
    <dgm:cxn modelId="{E8C93652-92F2-49D3-8ECF-2BC082D4B16E}" srcId="{36CA266A-0645-4A11-B9A9-65CB4EABE924}" destId="{5B63BDC4-1A2F-444F-BCAB-B6EC9218B87D}" srcOrd="0" destOrd="0" parTransId="{4ED5D321-70C2-40DE-8F8B-1E8B1D104D7D}" sibTransId="{E00C1FEA-1F11-4BB1-A563-A78540C9A0A4}"/>
    <dgm:cxn modelId="{A77A37EA-7D90-46C2-B149-78905DBB004B}" type="presOf" srcId="{5B63BDC4-1A2F-444F-BCAB-B6EC9218B87D}" destId="{E0C16987-57B9-40FA-8D06-1A7EE6CFCED1}" srcOrd="0" destOrd="0" presId="urn:microsoft.com/office/officeart/2005/8/layout/vList2"/>
    <dgm:cxn modelId="{1C9D23D6-6745-45F2-BE5F-482D240F7BF5}" type="presParOf" srcId="{DC1C6806-A7AD-4466-8ACE-4F644251F141}" destId="{E0C16987-57B9-40FA-8D06-1A7EE6CFCED1}" srcOrd="0" destOrd="0" presId="urn:microsoft.com/office/officeart/2005/8/layout/vList2"/>
    <dgm:cxn modelId="{C4EC9E80-62FE-4C98-82C0-F1A22A6B69D4}" type="presParOf" srcId="{DC1C6806-A7AD-4466-8ACE-4F644251F141}" destId="{C123536D-667A-48ED-BE84-CD8062517FF9}" srcOrd="1" destOrd="0" presId="urn:microsoft.com/office/officeart/2005/8/layout/vList2"/>
    <dgm:cxn modelId="{EA9B56DA-14F6-41FE-88D7-13C1D6586E85}" type="presParOf" srcId="{DC1C6806-A7AD-4466-8ACE-4F644251F141}" destId="{E8DC987E-5970-4DBC-8257-8BE7265FC672}" srcOrd="2" destOrd="0" presId="urn:microsoft.com/office/officeart/2005/8/layout/vList2"/>
    <dgm:cxn modelId="{EF8CDEC3-9015-47F0-B611-FAD4AC0B426D}" type="presParOf" srcId="{DC1C6806-A7AD-4466-8ACE-4F644251F141}" destId="{1EAAE06D-1BBB-4F4B-8D35-A8E7F5825F28}" srcOrd="3" destOrd="0" presId="urn:microsoft.com/office/officeart/2005/8/layout/vList2"/>
    <dgm:cxn modelId="{C1F9CBCF-DDD2-46C6-8693-86CA9327E290}" type="presParOf" srcId="{DC1C6806-A7AD-4466-8ACE-4F644251F141}" destId="{3FA57CCF-8AA2-4F4A-9940-9C4FCBA9B19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EA66BE0-4DDA-4504-A242-0B0B62977B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E3F18F5-B157-4342-B8CB-7D10FADB450B}">
      <dgm:prSet/>
      <dgm:spPr/>
      <dgm:t>
        <a:bodyPr/>
        <a:lstStyle/>
        <a:p>
          <a:pPr rtl="0"/>
          <a:r>
            <a:rPr lang="en-US" smtClean="0"/>
            <a:t>Pools: vlan10 covers 192.168.50.0/24, vlan20 covers 192.168.60.0/24, and vlan30 covers 192.168.70.0/24. Each pool gives the PCs a gateway (the router’s subinterface IP) and DNS 8.8.8.8.</a:t>
          </a:r>
          <a:endParaRPr lang="en-US"/>
        </a:p>
      </dgm:t>
    </dgm:pt>
    <dgm:pt modelId="{A54DD3B5-856E-478E-86E6-B4C8C907AAD8}" type="parTrans" cxnId="{8506DFFE-74A2-4A03-8D0A-0794E3AB410B}">
      <dgm:prSet/>
      <dgm:spPr/>
      <dgm:t>
        <a:bodyPr/>
        <a:lstStyle/>
        <a:p>
          <a:endParaRPr lang="en-US"/>
        </a:p>
      </dgm:t>
    </dgm:pt>
    <dgm:pt modelId="{3A3DD540-89E5-479F-AC87-5E8EDB8FCA7E}" type="sibTrans" cxnId="{8506DFFE-74A2-4A03-8D0A-0794E3AB410B}">
      <dgm:prSet/>
      <dgm:spPr/>
      <dgm:t>
        <a:bodyPr/>
        <a:lstStyle/>
        <a:p>
          <a:endParaRPr lang="en-US"/>
        </a:p>
      </dgm:t>
    </dgm:pt>
    <dgm:pt modelId="{1B5AD360-56A7-431D-8C8D-A476210CDAD6}">
      <dgm:prSet/>
      <dgm:spPr/>
      <dgm:t>
        <a:bodyPr/>
        <a:lstStyle/>
        <a:p>
          <a:pPr rtl="0"/>
          <a:r>
            <a:rPr lang="en-US" smtClean="0"/>
            <a:t>Excluded addresses: The first five IPs (.1 to .5) in each network are kept out of the pool. They are saved for the gateway and any static devices.</a:t>
          </a:r>
          <a:endParaRPr lang="en-US"/>
        </a:p>
      </dgm:t>
    </dgm:pt>
    <dgm:pt modelId="{22148E1E-7E17-4F30-8B0B-3D1EAAC1285A}" type="parTrans" cxnId="{FB238E3C-43F3-404A-A2FF-7FEC9CEEFE6E}">
      <dgm:prSet/>
      <dgm:spPr/>
      <dgm:t>
        <a:bodyPr/>
        <a:lstStyle/>
        <a:p>
          <a:endParaRPr lang="en-US"/>
        </a:p>
      </dgm:t>
    </dgm:pt>
    <dgm:pt modelId="{B6C0B204-4DF1-40AF-88E7-60C4A2D7C1A0}" type="sibTrans" cxnId="{FB238E3C-43F3-404A-A2FF-7FEC9CEEFE6E}">
      <dgm:prSet/>
      <dgm:spPr/>
      <dgm:t>
        <a:bodyPr/>
        <a:lstStyle/>
        <a:p>
          <a:endParaRPr lang="en-US"/>
        </a:p>
      </dgm:t>
    </dgm:pt>
    <dgm:pt modelId="{7797809C-3E71-44BD-9763-26A726CEB95C}" type="pres">
      <dgm:prSet presAssocID="{3EA66BE0-4DDA-4504-A242-0B0B62977B08}" presName="linear" presStyleCnt="0">
        <dgm:presLayoutVars>
          <dgm:animLvl val="lvl"/>
          <dgm:resizeHandles val="exact"/>
        </dgm:presLayoutVars>
      </dgm:prSet>
      <dgm:spPr/>
      <dgm:t>
        <a:bodyPr/>
        <a:lstStyle/>
        <a:p>
          <a:endParaRPr lang="en-US"/>
        </a:p>
      </dgm:t>
    </dgm:pt>
    <dgm:pt modelId="{1590EE55-C2A4-42D3-8E0B-0C2C60E42AE2}" type="pres">
      <dgm:prSet presAssocID="{FE3F18F5-B157-4342-B8CB-7D10FADB450B}" presName="parentText" presStyleLbl="node1" presStyleIdx="0" presStyleCnt="2">
        <dgm:presLayoutVars>
          <dgm:chMax val="0"/>
          <dgm:bulletEnabled val="1"/>
        </dgm:presLayoutVars>
      </dgm:prSet>
      <dgm:spPr/>
      <dgm:t>
        <a:bodyPr/>
        <a:lstStyle/>
        <a:p>
          <a:endParaRPr lang="en-US"/>
        </a:p>
      </dgm:t>
    </dgm:pt>
    <dgm:pt modelId="{FBDAC62C-22DE-46CC-A94C-214C32101638}" type="pres">
      <dgm:prSet presAssocID="{3A3DD540-89E5-479F-AC87-5E8EDB8FCA7E}" presName="spacer" presStyleCnt="0"/>
      <dgm:spPr/>
    </dgm:pt>
    <dgm:pt modelId="{A192B2BA-8807-401F-8A27-CF4137E034ED}" type="pres">
      <dgm:prSet presAssocID="{1B5AD360-56A7-431D-8C8D-A476210CDAD6}" presName="parentText" presStyleLbl="node1" presStyleIdx="1" presStyleCnt="2">
        <dgm:presLayoutVars>
          <dgm:chMax val="0"/>
          <dgm:bulletEnabled val="1"/>
        </dgm:presLayoutVars>
      </dgm:prSet>
      <dgm:spPr/>
      <dgm:t>
        <a:bodyPr/>
        <a:lstStyle/>
        <a:p>
          <a:endParaRPr lang="en-US"/>
        </a:p>
      </dgm:t>
    </dgm:pt>
  </dgm:ptLst>
  <dgm:cxnLst>
    <dgm:cxn modelId="{5AC1F2FA-ACFB-42F0-8A19-78A0AF94120F}" type="presOf" srcId="{FE3F18F5-B157-4342-B8CB-7D10FADB450B}" destId="{1590EE55-C2A4-42D3-8E0B-0C2C60E42AE2}" srcOrd="0" destOrd="0" presId="urn:microsoft.com/office/officeart/2005/8/layout/vList2"/>
    <dgm:cxn modelId="{8506DFFE-74A2-4A03-8D0A-0794E3AB410B}" srcId="{3EA66BE0-4DDA-4504-A242-0B0B62977B08}" destId="{FE3F18F5-B157-4342-B8CB-7D10FADB450B}" srcOrd="0" destOrd="0" parTransId="{A54DD3B5-856E-478E-86E6-B4C8C907AAD8}" sibTransId="{3A3DD540-89E5-479F-AC87-5E8EDB8FCA7E}"/>
    <dgm:cxn modelId="{60C4B0B0-4F5C-46A3-9017-6361E43F1BE0}" type="presOf" srcId="{3EA66BE0-4DDA-4504-A242-0B0B62977B08}" destId="{7797809C-3E71-44BD-9763-26A726CEB95C}" srcOrd="0" destOrd="0" presId="urn:microsoft.com/office/officeart/2005/8/layout/vList2"/>
    <dgm:cxn modelId="{FB238E3C-43F3-404A-A2FF-7FEC9CEEFE6E}" srcId="{3EA66BE0-4DDA-4504-A242-0B0B62977B08}" destId="{1B5AD360-56A7-431D-8C8D-A476210CDAD6}" srcOrd="1" destOrd="0" parTransId="{22148E1E-7E17-4F30-8B0B-3D1EAAC1285A}" sibTransId="{B6C0B204-4DF1-40AF-88E7-60C4A2D7C1A0}"/>
    <dgm:cxn modelId="{72D26E9D-6D4A-4387-B94B-81F50925E0EB}" type="presOf" srcId="{1B5AD360-56A7-431D-8C8D-A476210CDAD6}" destId="{A192B2BA-8807-401F-8A27-CF4137E034ED}" srcOrd="0" destOrd="0" presId="urn:microsoft.com/office/officeart/2005/8/layout/vList2"/>
    <dgm:cxn modelId="{BE41DAFA-AEE3-4037-B9A6-B020692AE007}" type="presParOf" srcId="{7797809C-3E71-44BD-9763-26A726CEB95C}" destId="{1590EE55-C2A4-42D3-8E0B-0C2C60E42AE2}" srcOrd="0" destOrd="0" presId="urn:microsoft.com/office/officeart/2005/8/layout/vList2"/>
    <dgm:cxn modelId="{75D18665-56F1-45C3-AFF8-78244CE219CC}" type="presParOf" srcId="{7797809C-3E71-44BD-9763-26A726CEB95C}" destId="{FBDAC62C-22DE-46CC-A94C-214C32101638}" srcOrd="1" destOrd="0" presId="urn:microsoft.com/office/officeart/2005/8/layout/vList2"/>
    <dgm:cxn modelId="{C290B2E5-D84E-47FA-A3BE-594F2B866D98}" type="presParOf" srcId="{7797809C-3E71-44BD-9763-26A726CEB95C}" destId="{A192B2BA-8807-401F-8A27-CF4137E034E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2D033E9-F0B6-4FC9-ABD2-9F3DA4649F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ED22C93-FF64-472C-8054-97E8BC510833}">
      <dgm:prSet/>
      <dgm:spPr/>
      <dgm:t>
        <a:bodyPr/>
        <a:lstStyle/>
        <a:p>
          <a:pPr rtl="0"/>
          <a:r>
            <a:rPr lang="en-US" smtClean="0"/>
            <a:t>Basic setup: We named the switch SW4 and turned off DNS lookup and console timeout.</a:t>
          </a:r>
          <a:endParaRPr lang="en-US"/>
        </a:p>
      </dgm:t>
    </dgm:pt>
    <dgm:pt modelId="{88497D50-25D4-4F8E-9913-6E3842F94436}" type="parTrans" cxnId="{C96D8C2E-C765-4725-A40B-7B28392E9FF0}">
      <dgm:prSet/>
      <dgm:spPr/>
      <dgm:t>
        <a:bodyPr/>
        <a:lstStyle/>
        <a:p>
          <a:endParaRPr lang="en-US"/>
        </a:p>
      </dgm:t>
    </dgm:pt>
    <dgm:pt modelId="{CD234212-7EDD-4A9E-A52F-C9E8449580D7}" type="sibTrans" cxnId="{C96D8C2E-C765-4725-A40B-7B28392E9FF0}">
      <dgm:prSet/>
      <dgm:spPr/>
      <dgm:t>
        <a:bodyPr/>
        <a:lstStyle/>
        <a:p>
          <a:endParaRPr lang="en-US"/>
        </a:p>
      </dgm:t>
    </dgm:pt>
    <dgm:pt modelId="{59176EE4-44AC-44AC-9538-8DF36677736E}">
      <dgm:prSet/>
      <dgm:spPr/>
      <dgm:t>
        <a:bodyPr/>
        <a:lstStyle/>
        <a:p>
          <a:pPr rtl="0"/>
          <a:r>
            <a:rPr lang="en-US" smtClean="0"/>
            <a:t>VLANs: We created VLAN 10 (IT) and VLAN 20 (Sales). This site has only two VLANs, unlike SW1 and Sw3, which have three.</a:t>
          </a:r>
          <a:endParaRPr lang="en-US"/>
        </a:p>
      </dgm:t>
    </dgm:pt>
    <dgm:pt modelId="{AED269E2-37E7-420A-A401-6EDE70983B30}" type="parTrans" cxnId="{C02BD24B-6053-46DE-8D1D-E3F2A179DDFC}">
      <dgm:prSet/>
      <dgm:spPr/>
      <dgm:t>
        <a:bodyPr/>
        <a:lstStyle/>
        <a:p>
          <a:endParaRPr lang="en-US"/>
        </a:p>
      </dgm:t>
    </dgm:pt>
    <dgm:pt modelId="{461A6E91-54E8-4DC6-9797-B150006D1B35}" type="sibTrans" cxnId="{C02BD24B-6053-46DE-8D1D-E3F2A179DDFC}">
      <dgm:prSet/>
      <dgm:spPr/>
      <dgm:t>
        <a:bodyPr/>
        <a:lstStyle/>
        <a:p>
          <a:endParaRPr lang="en-US"/>
        </a:p>
      </dgm:t>
    </dgm:pt>
    <dgm:pt modelId="{9C867B17-EC52-421C-91F6-F80B0477D50D}" type="pres">
      <dgm:prSet presAssocID="{52D033E9-F0B6-4FC9-ABD2-9F3DA4649F14}" presName="linear" presStyleCnt="0">
        <dgm:presLayoutVars>
          <dgm:animLvl val="lvl"/>
          <dgm:resizeHandles val="exact"/>
        </dgm:presLayoutVars>
      </dgm:prSet>
      <dgm:spPr/>
      <dgm:t>
        <a:bodyPr/>
        <a:lstStyle/>
        <a:p>
          <a:endParaRPr lang="en-US"/>
        </a:p>
      </dgm:t>
    </dgm:pt>
    <dgm:pt modelId="{82ABC564-1CE7-4120-B8A4-16C8ABD6E420}" type="pres">
      <dgm:prSet presAssocID="{4ED22C93-FF64-472C-8054-97E8BC510833}" presName="parentText" presStyleLbl="node1" presStyleIdx="0" presStyleCnt="2">
        <dgm:presLayoutVars>
          <dgm:chMax val="0"/>
          <dgm:bulletEnabled val="1"/>
        </dgm:presLayoutVars>
      </dgm:prSet>
      <dgm:spPr/>
      <dgm:t>
        <a:bodyPr/>
        <a:lstStyle/>
        <a:p>
          <a:endParaRPr lang="en-US"/>
        </a:p>
      </dgm:t>
    </dgm:pt>
    <dgm:pt modelId="{718371C3-6F05-43DA-829C-E65C60E64639}" type="pres">
      <dgm:prSet presAssocID="{CD234212-7EDD-4A9E-A52F-C9E8449580D7}" presName="spacer" presStyleCnt="0"/>
      <dgm:spPr/>
    </dgm:pt>
    <dgm:pt modelId="{24106AD1-FD4A-4DB8-86C4-603CACB49943}" type="pres">
      <dgm:prSet presAssocID="{59176EE4-44AC-44AC-9538-8DF36677736E}" presName="parentText" presStyleLbl="node1" presStyleIdx="1" presStyleCnt="2">
        <dgm:presLayoutVars>
          <dgm:chMax val="0"/>
          <dgm:bulletEnabled val="1"/>
        </dgm:presLayoutVars>
      </dgm:prSet>
      <dgm:spPr/>
      <dgm:t>
        <a:bodyPr/>
        <a:lstStyle/>
        <a:p>
          <a:endParaRPr lang="en-US"/>
        </a:p>
      </dgm:t>
    </dgm:pt>
  </dgm:ptLst>
  <dgm:cxnLst>
    <dgm:cxn modelId="{0F40B349-C076-4134-8225-947A4CB5AF62}" type="presOf" srcId="{4ED22C93-FF64-472C-8054-97E8BC510833}" destId="{82ABC564-1CE7-4120-B8A4-16C8ABD6E420}" srcOrd="0" destOrd="0" presId="urn:microsoft.com/office/officeart/2005/8/layout/vList2"/>
    <dgm:cxn modelId="{C96D8C2E-C765-4725-A40B-7B28392E9FF0}" srcId="{52D033E9-F0B6-4FC9-ABD2-9F3DA4649F14}" destId="{4ED22C93-FF64-472C-8054-97E8BC510833}" srcOrd="0" destOrd="0" parTransId="{88497D50-25D4-4F8E-9913-6E3842F94436}" sibTransId="{CD234212-7EDD-4A9E-A52F-C9E8449580D7}"/>
    <dgm:cxn modelId="{C02BD24B-6053-46DE-8D1D-E3F2A179DDFC}" srcId="{52D033E9-F0B6-4FC9-ABD2-9F3DA4649F14}" destId="{59176EE4-44AC-44AC-9538-8DF36677736E}" srcOrd="1" destOrd="0" parTransId="{AED269E2-37E7-420A-A401-6EDE70983B30}" sibTransId="{461A6E91-54E8-4DC6-9797-B150006D1B35}"/>
    <dgm:cxn modelId="{886033FF-4C5B-42E0-838F-3EDB82D25BC0}" type="presOf" srcId="{59176EE4-44AC-44AC-9538-8DF36677736E}" destId="{24106AD1-FD4A-4DB8-86C4-603CACB49943}" srcOrd="0" destOrd="0" presId="urn:microsoft.com/office/officeart/2005/8/layout/vList2"/>
    <dgm:cxn modelId="{F1666F51-F9A1-405F-BA94-5453BA6E7D66}" type="presOf" srcId="{52D033E9-F0B6-4FC9-ABD2-9F3DA4649F14}" destId="{9C867B17-EC52-421C-91F6-F80B0477D50D}" srcOrd="0" destOrd="0" presId="urn:microsoft.com/office/officeart/2005/8/layout/vList2"/>
    <dgm:cxn modelId="{3985D2B0-1E67-4FE8-B872-D184ED2B9913}" type="presParOf" srcId="{9C867B17-EC52-421C-91F6-F80B0477D50D}" destId="{82ABC564-1CE7-4120-B8A4-16C8ABD6E420}" srcOrd="0" destOrd="0" presId="urn:microsoft.com/office/officeart/2005/8/layout/vList2"/>
    <dgm:cxn modelId="{5B58B134-260F-4F73-8870-0C8F9DAD92E2}" type="presParOf" srcId="{9C867B17-EC52-421C-91F6-F80B0477D50D}" destId="{718371C3-6F05-43DA-829C-E65C60E64639}" srcOrd="1" destOrd="0" presId="urn:microsoft.com/office/officeart/2005/8/layout/vList2"/>
    <dgm:cxn modelId="{3609A36A-0F53-47D1-9650-869A2F268E72}" type="presParOf" srcId="{9C867B17-EC52-421C-91F6-F80B0477D50D}" destId="{24106AD1-FD4A-4DB8-86C4-603CACB4994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A2CAEDE-6458-48E6-A4CB-F3EB37F56EC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7704537-AB8C-4D5F-A5D3-38F6B10B6C43}">
      <dgm:prSet/>
      <dgm:spPr/>
      <dgm:t>
        <a:bodyPr/>
        <a:lstStyle/>
        <a:p>
          <a:pPr rtl="0"/>
          <a:r>
            <a:rPr lang="en-US" dirty="0" smtClean="0"/>
            <a:t>Access ports: Fa0/1-10 go to VLAN 10 (IT), and Fa0/11-20 go to VLAN 20 (Sales).</a:t>
          </a:r>
          <a:endParaRPr lang="en-US" dirty="0"/>
        </a:p>
      </dgm:t>
    </dgm:pt>
    <dgm:pt modelId="{D32F5782-30E3-4989-9775-CBE7D61DE6F4}" type="parTrans" cxnId="{F928B294-95C0-4438-8D63-5D20B045C5E5}">
      <dgm:prSet/>
      <dgm:spPr/>
      <dgm:t>
        <a:bodyPr/>
        <a:lstStyle/>
        <a:p>
          <a:endParaRPr lang="en-US"/>
        </a:p>
      </dgm:t>
    </dgm:pt>
    <dgm:pt modelId="{9147AD7A-D61A-4680-907C-71A7FA325E33}" type="sibTrans" cxnId="{F928B294-95C0-4438-8D63-5D20B045C5E5}">
      <dgm:prSet/>
      <dgm:spPr/>
      <dgm:t>
        <a:bodyPr/>
        <a:lstStyle/>
        <a:p>
          <a:endParaRPr lang="en-US"/>
        </a:p>
      </dgm:t>
    </dgm:pt>
    <dgm:pt modelId="{EA7D3C84-F65E-4662-9ED3-8F350D5CEC77}">
      <dgm:prSet/>
      <dgm:spPr/>
      <dgm:t>
        <a:bodyPr/>
        <a:lstStyle/>
        <a:p>
          <a:pPr rtl="0"/>
          <a:r>
            <a:rPr lang="en-US" smtClean="0"/>
            <a:t>Trunk port: Gi0/1 is the uplink. It carries only VLANs 10 and 20 together on one cable.</a:t>
          </a:r>
          <a:endParaRPr lang="en-US"/>
        </a:p>
      </dgm:t>
    </dgm:pt>
    <dgm:pt modelId="{2F5E9DEE-912E-4BAF-B5E4-EADBA18E6574}" type="parTrans" cxnId="{F730F51E-0C18-4449-9187-F7BF576F5063}">
      <dgm:prSet/>
      <dgm:spPr/>
      <dgm:t>
        <a:bodyPr/>
        <a:lstStyle/>
        <a:p>
          <a:endParaRPr lang="en-US"/>
        </a:p>
      </dgm:t>
    </dgm:pt>
    <dgm:pt modelId="{C3DE64AD-7D5A-48E7-8947-B5758F2F5611}" type="sibTrans" cxnId="{F730F51E-0C18-4449-9187-F7BF576F5063}">
      <dgm:prSet/>
      <dgm:spPr/>
      <dgm:t>
        <a:bodyPr/>
        <a:lstStyle/>
        <a:p>
          <a:endParaRPr lang="en-US"/>
        </a:p>
      </dgm:t>
    </dgm:pt>
    <dgm:pt modelId="{D2C770AB-F2E2-4244-B473-79E36822DD6E}" type="pres">
      <dgm:prSet presAssocID="{BA2CAEDE-6458-48E6-A4CB-F3EB37F56ECE}" presName="linear" presStyleCnt="0">
        <dgm:presLayoutVars>
          <dgm:animLvl val="lvl"/>
          <dgm:resizeHandles val="exact"/>
        </dgm:presLayoutVars>
      </dgm:prSet>
      <dgm:spPr/>
      <dgm:t>
        <a:bodyPr/>
        <a:lstStyle/>
        <a:p>
          <a:endParaRPr lang="en-US"/>
        </a:p>
      </dgm:t>
    </dgm:pt>
    <dgm:pt modelId="{FC06674B-7BFE-4F69-84FD-CA3ED949DF71}" type="pres">
      <dgm:prSet presAssocID="{77704537-AB8C-4D5F-A5D3-38F6B10B6C43}" presName="parentText" presStyleLbl="node1" presStyleIdx="0" presStyleCnt="2">
        <dgm:presLayoutVars>
          <dgm:chMax val="0"/>
          <dgm:bulletEnabled val="1"/>
        </dgm:presLayoutVars>
      </dgm:prSet>
      <dgm:spPr/>
      <dgm:t>
        <a:bodyPr/>
        <a:lstStyle/>
        <a:p>
          <a:endParaRPr lang="en-US"/>
        </a:p>
      </dgm:t>
    </dgm:pt>
    <dgm:pt modelId="{D97B725F-C267-4D69-8774-396541158FA9}" type="pres">
      <dgm:prSet presAssocID="{9147AD7A-D61A-4680-907C-71A7FA325E33}" presName="spacer" presStyleCnt="0"/>
      <dgm:spPr/>
    </dgm:pt>
    <dgm:pt modelId="{D905A9AF-CAD6-475B-8C4D-8BA8357AF297}" type="pres">
      <dgm:prSet presAssocID="{EA7D3C84-F65E-4662-9ED3-8F350D5CEC77}" presName="parentText" presStyleLbl="node1" presStyleIdx="1" presStyleCnt="2">
        <dgm:presLayoutVars>
          <dgm:chMax val="0"/>
          <dgm:bulletEnabled val="1"/>
        </dgm:presLayoutVars>
      </dgm:prSet>
      <dgm:spPr/>
      <dgm:t>
        <a:bodyPr/>
        <a:lstStyle/>
        <a:p>
          <a:endParaRPr lang="en-US"/>
        </a:p>
      </dgm:t>
    </dgm:pt>
  </dgm:ptLst>
  <dgm:cxnLst>
    <dgm:cxn modelId="{F730F51E-0C18-4449-9187-F7BF576F5063}" srcId="{BA2CAEDE-6458-48E6-A4CB-F3EB37F56ECE}" destId="{EA7D3C84-F65E-4662-9ED3-8F350D5CEC77}" srcOrd="1" destOrd="0" parTransId="{2F5E9DEE-912E-4BAF-B5E4-EADBA18E6574}" sibTransId="{C3DE64AD-7D5A-48E7-8947-B5758F2F5611}"/>
    <dgm:cxn modelId="{887F25F3-5794-4AC3-8548-3E2754087685}" type="presOf" srcId="{BA2CAEDE-6458-48E6-A4CB-F3EB37F56ECE}" destId="{D2C770AB-F2E2-4244-B473-79E36822DD6E}" srcOrd="0" destOrd="0" presId="urn:microsoft.com/office/officeart/2005/8/layout/vList2"/>
    <dgm:cxn modelId="{F928B294-95C0-4438-8D63-5D20B045C5E5}" srcId="{BA2CAEDE-6458-48E6-A4CB-F3EB37F56ECE}" destId="{77704537-AB8C-4D5F-A5D3-38F6B10B6C43}" srcOrd="0" destOrd="0" parTransId="{D32F5782-30E3-4989-9775-CBE7D61DE6F4}" sibTransId="{9147AD7A-D61A-4680-907C-71A7FA325E33}"/>
    <dgm:cxn modelId="{E4796665-FC24-4C46-852C-122E616BC743}" type="presOf" srcId="{77704537-AB8C-4D5F-A5D3-38F6B10B6C43}" destId="{FC06674B-7BFE-4F69-84FD-CA3ED949DF71}" srcOrd="0" destOrd="0" presId="urn:microsoft.com/office/officeart/2005/8/layout/vList2"/>
    <dgm:cxn modelId="{813E9C58-93EF-41A9-84D7-C4822363D0FD}" type="presOf" srcId="{EA7D3C84-F65E-4662-9ED3-8F350D5CEC77}" destId="{D905A9AF-CAD6-475B-8C4D-8BA8357AF297}" srcOrd="0" destOrd="0" presId="urn:microsoft.com/office/officeart/2005/8/layout/vList2"/>
    <dgm:cxn modelId="{89905DD6-1E09-4925-8ADD-8EEA8870E871}" type="presParOf" srcId="{D2C770AB-F2E2-4244-B473-79E36822DD6E}" destId="{FC06674B-7BFE-4F69-84FD-CA3ED949DF71}" srcOrd="0" destOrd="0" presId="urn:microsoft.com/office/officeart/2005/8/layout/vList2"/>
    <dgm:cxn modelId="{AB51CC85-AA9C-481E-A0F6-E68EA2CEDA87}" type="presParOf" srcId="{D2C770AB-F2E2-4244-B473-79E36822DD6E}" destId="{D97B725F-C267-4D69-8774-396541158FA9}" srcOrd="1" destOrd="0" presId="urn:microsoft.com/office/officeart/2005/8/layout/vList2"/>
    <dgm:cxn modelId="{3612C2F8-FC2E-4EBF-8FBA-877C9D5A6757}" type="presParOf" srcId="{D2C770AB-F2E2-4244-B473-79E36822DD6E}" destId="{D905A9AF-CAD6-475B-8C4D-8BA8357AF29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AC270F7-C4DD-4182-94A2-F7D9661D003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28F98F2-D319-4BC4-830D-EB7B3716BAC6}">
      <dgm:prSet/>
      <dgm:spPr/>
      <dgm:t>
        <a:bodyPr/>
        <a:lstStyle/>
        <a:p>
          <a:pPr rtl="0"/>
          <a:r>
            <a:rPr lang="en-US" smtClean="0"/>
            <a:t>Basic setup: We named the switch SW5 and turned off DNS lookup and console timeout.</a:t>
          </a:r>
          <a:endParaRPr lang="en-US"/>
        </a:p>
      </dgm:t>
    </dgm:pt>
    <dgm:pt modelId="{482A267F-DC1C-4B7D-A34E-7E8AA2EE31FE}" type="parTrans" cxnId="{00A56B32-3837-448A-B056-88941F70EC14}">
      <dgm:prSet/>
      <dgm:spPr/>
      <dgm:t>
        <a:bodyPr/>
        <a:lstStyle/>
        <a:p>
          <a:endParaRPr lang="en-US"/>
        </a:p>
      </dgm:t>
    </dgm:pt>
    <dgm:pt modelId="{2F78334F-668D-4E92-8EC8-37A7870135A8}" type="sibTrans" cxnId="{00A56B32-3837-448A-B056-88941F70EC14}">
      <dgm:prSet/>
      <dgm:spPr/>
      <dgm:t>
        <a:bodyPr/>
        <a:lstStyle/>
        <a:p>
          <a:endParaRPr lang="en-US"/>
        </a:p>
      </dgm:t>
    </dgm:pt>
    <dgm:pt modelId="{C2B3D443-159F-4C22-B784-A9068638BA8C}">
      <dgm:prSet/>
      <dgm:spPr/>
      <dgm:t>
        <a:bodyPr/>
        <a:lstStyle/>
        <a:p>
          <a:pPr rtl="0"/>
          <a:r>
            <a:rPr lang="en-US" dirty="0" smtClean="0"/>
            <a:t>VLANs: We created VLAN 10 (IT) and VLAN 20 (Sales). </a:t>
          </a:r>
          <a:endParaRPr lang="en-US" dirty="0"/>
        </a:p>
      </dgm:t>
    </dgm:pt>
    <dgm:pt modelId="{2BDE6016-A1BE-45BC-9C4D-69EBB099197A}" type="parTrans" cxnId="{66F418E1-4939-49A9-A433-010D921EA416}">
      <dgm:prSet/>
      <dgm:spPr/>
      <dgm:t>
        <a:bodyPr/>
        <a:lstStyle/>
        <a:p>
          <a:endParaRPr lang="en-US"/>
        </a:p>
      </dgm:t>
    </dgm:pt>
    <dgm:pt modelId="{C2C5AD03-D82B-4AB1-AD1F-0DEEF8372848}" type="sibTrans" cxnId="{66F418E1-4939-49A9-A433-010D921EA416}">
      <dgm:prSet/>
      <dgm:spPr/>
      <dgm:t>
        <a:bodyPr/>
        <a:lstStyle/>
        <a:p>
          <a:endParaRPr lang="en-US"/>
        </a:p>
      </dgm:t>
    </dgm:pt>
    <dgm:pt modelId="{FF0F7C12-D704-48E1-A15D-72141E086C63}" type="pres">
      <dgm:prSet presAssocID="{CAC270F7-C4DD-4182-94A2-F7D9661D0030}" presName="linear" presStyleCnt="0">
        <dgm:presLayoutVars>
          <dgm:animLvl val="lvl"/>
          <dgm:resizeHandles val="exact"/>
        </dgm:presLayoutVars>
      </dgm:prSet>
      <dgm:spPr/>
      <dgm:t>
        <a:bodyPr/>
        <a:lstStyle/>
        <a:p>
          <a:endParaRPr lang="en-US"/>
        </a:p>
      </dgm:t>
    </dgm:pt>
    <dgm:pt modelId="{0C8C1501-7A83-4E8D-A3E5-127AFD2F9DA1}" type="pres">
      <dgm:prSet presAssocID="{C28F98F2-D319-4BC4-830D-EB7B3716BAC6}" presName="parentText" presStyleLbl="node1" presStyleIdx="0" presStyleCnt="2">
        <dgm:presLayoutVars>
          <dgm:chMax val="0"/>
          <dgm:bulletEnabled val="1"/>
        </dgm:presLayoutVars>
      </dgm:prSet>
      <dgm:spPr/>
      <dgm:t>
        <a:bodyPr/>
        <a:lstStyle/>
        <a:p>
          <a:endParaRPr lang="en-US"/>
        </a:p>
      </dgm:t>
    </dgm:pt>
    <dgm:pt modelId="{0BEB6491-627C-4ACB-AB80-1F7ADC1B3CE7}" type="pres">
      <dgm:prSet presAssocID="{2F78334F-668D-4E92-8EC8-37A7870135A8}" presName="spacer" presStyleCnt="0"/>
      <dgm:spPr/>
    </dgm:pt>
    <dgm:pt modelId="{2FFCCF44-24C1-4C31-BDBF-E793A4DD8195}" type="pres">
      <dgm:prSet presAssocID="{C2B3D443-159F-4C22-B784-A9068638BA8C}" presName="parentText" presStyleLbl="node1" presStyleIdx="1" presStyleCnt="2">
        <dgm:presLayoutVars>
          <dgm:chMax val="0"/>
          <dgm:bulletEnabled val="1"/>
        </dgm:presLayoutVars>
      </dgm:prSet>
      <dgm:spPr/>
      <dgm:t>
        <a:bodyPr/>
        <a:lstStyle/>
        <a:p>
          <a:endParaRPr lang="en-US"/>
        </a:p>
      </dgm:t>
    </dgm:pt>
  </dgm:ptLst>
  <dgm:cxnLst>
    <dgm:cxn modelId="{66F418E1-4939-49A9-A433-010D921EA416}" srcId="{CAC270F7-C4DD-4182-94A2-F7D9661D0030}" destId="{C2B3D443-159F-4C22-B784-A9068638BA8C}" srcOrd="1" destOrd="0" parTransId="{2BDE6016-A1BE-45BC-9C4D-69EBB099197A}" sibTransId="{C2C5AD03-D82B-4AB1-AD1F-0DEEF8372848}"/>
    <dgm:cxn modelId="{7267E00A-5FE1-4EA9-9DFF-5ACB49186B0D}" type="presOf" srcId="{C2B3D443-159F-4C22-B784-A9068638BA8C}" destId="{2FFCCF44-24C1-4C31-BDBF-E793A4DD8195}" srcOrd="0" destOrd="0" presId="urn:microsoft.com/office/officeart/2005/8/layout/vList2"/>
    <dgm:cxn modelId="{00A56B32-3837-448A-B056-88941F70EC14}" srcId="{CAC270F7-C4DD-4182-94A2-F7D9661D0030}" destId="{C28F98F2-D319-4BC4-830D-EB7B3716BAC6}" srcOrd="0" destOrd="0" parTransId="{482A267F-DC1C-4B7D-A34E-7E8AA2EE31FE}" sibTransId="{2F78334F-668D-4E92-8EC8-37A7870135A8}"/>
    <dgm:cxn modelId="{A9D412CE-D4D0-4546-9AC7-273422F54BE3}" type="presOf" srcId="{C28F98F2-D319-4BC4-830D-EB7B3716BAC6}" destId="{0C8C1501-7A83-4E8D-A3E5-127AFD2F9DA1}" srcOrd="0" destOrd="0" presId="urn:microsoft.com/office/officeart/2005/8/layout/vList2"/>
    <dgm:cxn modelId="{BAB616E2-4536-497D-BCB4-6FE06078015F}" type="presOf" srcId="{CAC270F7-C4DD-4182-94A2-F7D9661D0030}" destId="{FF0F7C12-D704-48E1-A15D-72141E086C63}" srcOrd="0" destOrd="0" presId="urn:microsoft.com/office/officeart/2005/8/layout/vList2"/>
    <dgm:cxn modelId="{8E13A5D3-2008-41A5-A806-1038968F2010}" type="presParOf" srcId="{FF0F7C12-D704-48E1-A15D-72141E086C63}" destId="{0C8C1501-7A83-4E8D-A3E5-127AFD2F9DA1}" srcOrd="0" destOrd="0" presId="urn:microsoft.com/office/officeart/2005/8/layout/vList2"/>
    <dgm:cxn modelId="{CC3A733B-227F-45D3-BB0B-D2C5FF293EF5}" type="presParOf" srcId="{FF0F7C12-D704-48E1-A15D-72141E086C63}" destId="{0BEB6491-627C-4ACB-AB80-1F7ADC1B3CE7}" srcOrd="1" destOrd="0" presId="urn:microsoft.com/office/officeart/2005/8/layout/vList2"/>
    <dgm:cxn modelId="{BFB26FDD-D78A-4EBB-B062-774818845C8E}" type="presParOf" srcId="{FF0F7C12-D704-48E1-A15D-72141E086C63}" destId="{2FFCCF44-24C1-4C31-BDBF-E793A4DD819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96F8E1D-88C2-481E-A18B-CE7EDAF63F8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0E1E497-8CFD-4972-B874-F01A3A14EB7D}">
      <dgm:prSet/>
      <dgm:spPr/>
      <dgm:t>
        <a:bodyPr/>
        <a:lstStyle/>
        <a:p>
          <a:pPr rtl="0"/>
          <a:r>
            <a:rPr lang="en-US" dirty="0" smtClean="0"/>
            <a:t>Access ports: Fa0/1-10 go to VLAN 10 (IT), and Fa0/11-20 go to VLAN 20 (Sales).</a:t>
          </a:r>
          <a:endParaRPr lang="en-US" dirty="0"/>
        </a:p>
      </dgm:t>
    </dgm:pt>
    <dgm:pt modelId="{EEFC4694-B9AB-447B-9CA9-A6F37957DBC4}" type="parTrans" cxnId="{CB072515-C6F4-4ADA-8B19-16FD430C5B44}">
      <dgm:prSet/>
      <dgm:spPr/>
      <dgm:t>
        <a:bodyPr/>
        <a:lstStyle/>
        <a:p>
          <a:endParaRPr lang="en-US"/>
        </a:p>
      </dgm:t>
    </dgm:pt>
    <dgm:pt modelId="{0B77100A-04D3-4CC9-AE8F-CCED526B014A}" type="sibTrans" cxnId="{CB072515-C6F4-4ADA-8B19-16FD430C5B44}">
      <dgm:prSet/>
      <dgm:spPr/>
      <dgm:t>
        <a:bodyPr/>
        <a:lstStyle/>
        <a:p>
          <a:endParaRPr lang="en-US"/>
        </a:p>
      </dgm:t>
    </dgm:pt>
    <dgm:pt modelId="{EA823FE0-6BAE-4C8A-B96A-5592CC62313B}">
      <dgm:prSet/>
      <dgm:spPr/>
      <dgm:t>
        <a:bodyPr/>
        <a:lstStyle/>
        <a:p>
          <a:pPr rtl="0"/>
          <a:r>
            <a:rPr lang="en-US" dirty="0" smtClean="0"/>
            <a:t>Trunk ports: Gi0/1 and Gi0/2 both carry VLANs 10 and 20. </a:t>
          </a:r>
        </a:p>
        <a:p>
          <a:pPr rtl="0"/>
          <a:r>
            <a:rPr lang="en-US" dirty="0" smtClean="0"/>
            <a:t>Gi0/2 link to SW4, Gi0/1 link to the router</a:t>
          </a:r>
          <a:endParaRPr lang="en-US" dirty="0"/>
        </a:p>
      </dgm:t>
    </dgm:pt>
    <dgm:pt modelId="{10D13822-DB44-4B29-A71E-9ACD10B18A45}" type="parTrans" cxnId="{03A8A141-B857-421E-A62E-9485E234EBBC}">
      <dgm:prSet/>
      <dgm:spPr/>
      <dgm:t>
        <a:bodyPr/>
        <a:lstStyle/>
        <a:p>
          <a:endParaRPr lang="en-US"/>
        </a:p>
      </dgm:t>
    </dgm:pt>
    <dgm:pt modelId="{EEA50CB8-DEB7-449E-81C8-3C8C3E5DBEE8}" type="sibTrans" cxnId="{03A8A141-B857-421E-A62E-9485E234EBBC}">
      <dgm:prSet/>
      <dgm:spPr/>
      <dgm:t>
        <a:bodyPr/>
        <a:lstStyle/>
        <a:p>
          <a:endParaRPr lang="en-US"/>
        </a:p>
      </dgm:t>
    </dgm:pt>
    <dgm:pt modelId="{0356F7F0-0E9E-4091-A4DE-BA9DDEE819C6}" type="pres">
      <dgm:prSet presAssocID="{196F8E1D-88C2-481E-A18B-CE7EDAF63F86}" presName="linear" presStyleCnt="0">
        <dgm:presLayoutVars>
          <dgm:animLvl val="lvl"/>
          <dgm:resizeHandles val="exact"/>
        </dgm:presLayoutVars>
      </dgm:prSet>
      <dgm:spPr/>
      <dgm:t>
        <a:bodyPr/>
        <a:lstStyle/>
        <a:p>
          <a:endParaRPr lang="en-US"/>
        </a:p>
      </dgm:t>
    </dgm:pt>
    <dgm:pt modelId="{055F9E8D-67C6-4B68-9C67-6D345599F5FD}" type="pres">
      <dgm:prSet presAssocID="{10E1E497-8CFD-4972-B874-F01A3A14EB7D}" presName="parentText" presStyleLbl="node1" presStyleIdx="0" presStyleCnt="2">
        <dgm:presLayoutVars>
          <dgm:chMax val="0"/>
          <dgm:bulletEnabled val="1"/>
        </dgm:presLayoutVars>
      </dgm:prSet>
      <dgm:spPr/>
      <dgm:t>
        <a:bodyPr/>
        <a:lstStyle/>
        <a:p>
          <a:endParaRPr lang="en-US"/>
        </a:p>
      </dgm:t>
    </dgm:pt>
    <dgm:pt modelId="{206692B4-6915-4798-9736-A725CE600009}" type="pres">
      <dgm:prSet presAssocID="{0B77100A-04D3-4CC9-AE8F-CCED526B014A}" presName="spacer" presStyleCnt="0"/>
      <dgm:spPr/>
    </dgm:pt>
    <dgm:pt modelId="{345DED00-8C72-4D7F-B332-A50B238E490A}" type="pres">
      <dgm:prSet presAssocID="{EA823FE0-6BAE-4C8A-B96A-5592CC62313B}" presName="parentText" presStyleLbl="node1" presStyleIdx="1" presStyleCnt="2">
        <dgm:presLayoutVars>
          <dgm:chMax val="0"/>
          <dgm:bulletEnabled val="1"/>
        </dgm:presLayoutVars>
      </dgm:prSet>
      <dgm:spPr/>
      <dgm:t>
        <a:bodyPr/>
        <a:lstStyle/>
        <a:p>
          <a:endParaRPr lang="en-US"/>
        </a:p>
      </dgm:t>
    </dgm:pt>
  </dgm:ptLst>
  <dgm:cxnLst>
    <dgm:cxn modelId="{CB072515-C6F4-4ADA-8B19-16FD430C5B44}" srcId="{196F8E1D-88C2-481E-A18B-CE7EDAF63F86}" destId="{10E1E497-8CFD-4972-B874-F01A3A14EB7D}" srcOrd="0" destOrd="0" parTransId="{EEFC4694-B9AB-447B-9CA9-A6F37957DBC4}" sibTransId="{0B77100A-04D3-4CC9-AE8F-CCED526B014A}"/>
    <dgm:cxn modelId="{16A76EF1-76BF-4EDF-8866-8A20C6355391}" type="presOf" srcId="{EA823FE0-6BAE-4C8A-B96A-5592CC62313B}" destId="{345DED00-8C72-4D7F-B332-A50B238E490A}" srcOrd="0" destOrd="0" presId="urn:microsoft.com/office/officeart/2005/8/layout/vList2"/>
    <dgm:cxn modelId="{03A8A141-B857-421E-A62E-9485E234EBBC}" srcId="{196F8E1D-88C2-481E-A18B-CE7EDAF63F86}" destId="{EA823FE0-6BAE-4C8A-B96A-5592CC62313B}" srcOrd="1" destOrd="0" parTransId="{10D13822-DB44-4B29-A71E-9ACD10B18A45}" sibTransId="{EEA50CB8-DEB7-449E-81C8-3C8C3E5DBEE8}"/>
    <dgm:cxn modelId="{97169FB0-4599-41A1-B704-3D405C18AC88}" type="presOf" srcId="{10E1E497-8CFD-4972-B874-F01A3A14EB7D}" destId="{055F9E8D-67C6-4B68-9C67-6D345599F5FD}" srcOrd="0" destOrd="0" presId="urn:microsoft.com/office/officeart/2005/8/layout/vList2"/>
    <dgm:cxn modelId="{67F9CFE5-D33B-4C66-938E-F7D35DC7AF14}" type="presOf" srcId="{196F8E1D-88C2-481E-A18B-CE7EDAF63F86}" destId="{0356F7F0-0E9E-4091-A4DE-BA9DDEE819C6}" srcOrd="0" destOrd="0" presId="urn:microsoft.com/office/officeart/2005/8/layout/vList2"/>
    <dgm:cxn modelId="{B92B40E8-643F-432D-B604-FF9854411DB1}" type="presParOf" srcId="{0356F7F0-0E9E-4091-A4DE-BA9DDEE819C6}" destId="{055F9E8D-67C6-4B68-9C67-6D345599F5FD}" srcOrd="0" destOrd="0" presId="urn:microsoft.com/office/officeart/2005/8/layout/vList2"/>
    <dgm:cxn modelId="{3A33417A-1E43-44F2-8BCE-496ECC769DE4}" type="presParOf" srcId="{0356F7F0-0E9E-4091-A4DE-BA9DDEE819C6}" destId="{206692B4-6915-4798-9736-A725CE600009}" srcOrd="1" destOrd="0" presId="urn:microsoft.com/office/officeart/2005/8/layout/vList2"/>
    <dgm:cxn modelId="{20AF1D3E-AD83-4475-9151-3C3CC96413A0}" type="presParOf" srcId="{0356F7F0-0E9E-4091-A4DE-BA9DDEE819C6}" destId="{345DED00-8C72-4D7F-B332-A50B238E490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B48DADE4-B4A7-48BA-9800-154AECCD837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3BE9EEC-8BFC-4199-819F-C58188266A2D}">
      <dgm:prSet/>
      <dgm:spPr/>
      <dgm:t>
        <a:bodyPr/>
        <a:lstStyle/>
        <a:p>
          <a:pPr rtl="0"/>
          <a:r>
            <a:rPr lang="en-US" dirty="0" smtClean="0"/>
            <a:t>Gi0/0: no shutdown turns the port on. It has no IP itself because the subinterfaces carry the addresses.</a:t>
          </a:r>
          <a:endParaRPr lang="en-US" dirty="0"/>
        </a:p>
      </dgm:t>
    </dgm:pt>
    <dgm:pt modelId="{905555D0-6982-4F70-A9EB-B9342009818E}" type="parTrans" cxnId="{6C509C38-D320-4CB3-871C-8A2E7FE3D248}">
      <dgm:prSet/>
      <dgm:spPr/>
      <dgm:t>
        <a:bodyPr/>
        <a:lstStyle/>
        <a:p>
          <a:endParaRPr lang="en-US"/>
        </a:p>
      </dgm:t>
    </dgm:pt>
    <dgm:pt modelId="{23038718-05D9-452F-867E-3180294BBFF5}" type="sibTrans" cxnId="{6C509C38-D320-4CB3-871C-8A2E7FE3D248}">
      <dgm:prSet/>
      <dgm:spPr/>
      <dgm:t>
        <a:bodyPr/>
        <a:lstStyle/>
        <a:p>
          <a:endParaRPr lang="en-US"/>
        </a:p>
      </dgm:t>
    </dgm:pt>
    <dgm:pt modelId="{BF206209-8B11-4B16-BCD0-5615002992A7}">
      <dgm:prSet/>
      <dgm:spPr/>
      <dgm:t>
        <a:bodyPr/>
        <a:lstStyle/>
        <a:p>
          <a:pPr rtl="0"/>
          <a:r>
            <a:rPr lang="en-US" dirty="0" smtClean="0"/>
            <a:t>Gi0/0.10: Tied to VLAN 10 (IT), with gateway 192.168.80.1.</a:t>
          </a:r>
          <a:endParaRPr lang="en-US" dirty="0"/>
        </a:p>
      </dgm:t>
    </dgm:pt>
    <dgm:pt modelId="{A8368107-0CC6-4FFC-954D-7E9C7FE4D714}" type="parTrans" cxnId="{7E573E91-AFA7-4296-997D-23155F58C769}">
      <dgm:prSet/>
      <dgm:spPr/>
      <dgm:t>
        <a:bodyPr/>
        <a:lstStyle/>
        <a:p>
          <a:endParaRPr lang="en-US"/>
        </a:p>
      </dgm:t>
    </dgm:pt>
    <dgm:pt modelId="{61C0F29C-9C23-4800-A04D-03C3B8433911}" type="sibTrans" cxnId="{7E573E91-AFA7-4296-997D-23155F58C769}">
      <dgm:prSet/>
      <dgm:spPr/>
      <dgm:t>
        <a:bodyPr/>
        <a:lstStyle/>
        <a:p>
          <a:endParaRPr lang="en-US"/>
        </a:p>
      </dgm:t>
    </dgm:pt>
    <dgm:pt modelId="{524B39A7-0C78-44FC-8C16-6B266975CFFE}">
      <dgm:prSet/>
      <dgm:spPr/>
      <dgm:t>
        <a:bodyPr/>
        <a:lstStyle/>
        <a:p>
          <a:pPr rtl="0"/>
          <a:r>
            <a:rPr lang="en-US" smtClean="0"/>
            <a:t>Gi0/0.20: Tied to VLAN 20 (Sales), with gateway 192.168.90.1.</a:t>
          </a:r>
          <a:endParaRPr lang="en-US"/>
        </a:p>
      </dgm:t>
    </dgm:pt>
    <dgm:pt modelId="{54052E8C-43E0-4772-9C13-13072D6650FB}" type="parTrans" cxnId="{06F0F414-18F9-44CC-913D-47387178096F}">
      <dgm:prSet/>
      <dgm:spPr/>
      <dgm:t>
        <a:bodyPr/>
        <a:lstStyle/>
        <a:p>
          <a:endParaRPr lang="en-US"/>
        </a:p>
      </dgm:t>
    </dgm:pt>
    <dgm:pt modelId="{4902778D-84F6-41B4-8D55-09DE6FF0916D}" type="sibTrans" cxnId="{06F0F414-18F9-44CC-913D-47387178096F}">
      <dgm:prSet/>
      <dgm:spPr/>
      <dgm:t>
        <a:bodyPr/>
        <a:lstStyle/>
        <a:p>
          <a:endParaRPr lang="en-US"/>
        </a:p>
      </dgm:t>
    </dgm:pt>
    <dgm:pt modelId="{0BA804BF-EBA2-4D2A-93E4-30C8AC7EED5D}" type="pres">
      <dgm:prSet presAssocID="{B48DADE4-B4A7-48BA-9800-154AECCD8370}" presName="linear" presStyleCnt="0">
        <dgm:presLayoutVars>
          <dgm:animLvl val="lvl"/>
          <dgm:resizeHandles val="exact"/>
        </dgm:presLayoutVars>
      </dgm:prSet>
      <dgm:spPr/>
      <dgm:t>
        <a:bodyPr/>
        <a:lstStyle/>
        <a:p>
          <a:endParaRPr lang="en-US"/>
        </a:p>
      </dgm:t>
    </dgm:pt>
    <dgm:pt modelId="{3C3E3258-E58B-4245-A8CE-45DBF5E4766B}" type="pres">
      <dgm:prSet presAssocID="{83BE9EEC-8BFC-4199-819F-C58188266A2D}" presName="parentText" presStyleLbl="node1" presStyleIdx="0" presStyleCnt="3">
        <dgm:presLayoutVars>
          <dgm:chMax val="0"/>
          <dgm:bulletEnabled val="1"/>
        </dgm:presLayoutVars>
      </dgm:prSet>
      <dgm:spPr/>
      <dgm:t>
        <a:bodyPr/>
        <a:lstStyle/>
        <a:p>
          <a:endParaRPr lang="en-US"/>
        </a:p>
      </dgm:t>
    </dgm:pt>
    <dgm:pt modelId="{0ECB7FDA-0246-4589-8B66-2EB08A390562}" type="pres">
      <dgm:prSet presAssocID="{23038718-05D9-452F-867E-3180294BBFF5}" presName="spacer" presStyleCnt="0"/>
      <dgm:spPr/>
    </dgm:pt>
    <dgm:pt modelId="{6F546B09-AF5A-4D95-A098-EC9AA5974F7E}" type="pres">
      <dgm:prSet presAssocID="{BF206209-8B11-4B16-BCD0-5615002992A7}" presName="parentText" presStyleLbl="node1" presStyleIdx="1" presStyleCnt="3">
        <dgm:presLayoutVars>
          <dgm:chMax val="0"/>
          <dgm:bulletEnabled val="1"/>
        </dgm:presLayoutVars>
      </dgm:prSet>
      <dgm:spPr/>
      <dgm:t>
        <a:bodyPr/>
        <a:lstStyle/>
        <a:p>
          <a:endParaRPr lang="en-US"/>
        </a:p>
      </dgm:t>
    </dgm:pt>
    <dgm:pt modelId="{E6C4BFAF-A164-4DB8-A6B2-5AD3A34A0070}" type="pres">
      <dgm:prSet presAssocID="{61C0F29C-9C23-4800-A04D-03C3B8433911}" presName="spacer" presStyleCnt="0"/>
      <dgm:spPr/>
    </dgm:pt>
    <dgm:pt modelId="{461B5B2F-3F63-44A2-B246-7BDC1DA108D0}" type="pres">
      <dgm:prSet presAssocID="{524B39A7-0C78-44FC-8C16-6B266975CFFE}" presName="parentText" presStyleLbl="node1" presStyleIdx="2" presStyleCnt="3">
        <dgm:presLayoutVars>
          <dgm:chMax val="0"/>
          <dgm:bulletEnabled val="1"/>
        </dgm:presLayoutVars>
      </dgm:prSet>
      <dgm:spPr/>
      <dgm:t>
        <a:bodyPr/>
        <a:lstStyle/>
        <a:p>
          <a:endParaRPr lang="en-US"/>
        </a:p>
      </dgm:t>
    </dgm:pt>
  </dgm:ptLst>
  <dgm:cxnLst>
    <dgm:cxn modelId="{7E573E91-AFA7-4296-997D-23155F58C769}" srcId="{B48DADE4-B4A7-48BA-9800-154AECCD8370}" destId="{BF206209-8B11-4B16-BCD0-5615002992A7}" srcOrd="1" destOrd="0" parTransId="{A8368107-0CC6-4FFC-954D-7E9C7FE4D714}" sibTransId="{61C0F29C-9C23-4800-A04D-03C3B8433911}"/>
    <dgm:cxn modelId="{28D83568-D25B-4DAC-8E2D-2C77C4D8E092}" type="presOf" srcId="{83BE9EEC-8BFC-4199-819F-C58188266A2D}" destId="{3C3E3258-E58B-4245-A8CE-45DBF5E4766B}" srcOrd="0" destOrd="0" presId="urn:microsoft.com/office/officeart/2005/8/layout/vList2"/>
    <dgm:cxn modelId="{6C509C38-D320-4CB3-871C-8A2E7FE3D248}" srcId="{B48DADE4-B4A7-48BA-9800-154AECCD8370}" destId="{83BE9EEC-8BFC-4199-819F-C58188266A2D}" srcOrd="0" destOrd="0" parTransId="{905555D0-6982-4F70-A9EB-B9342009818E}" sibTransId="{23038718-05D9-452F-867E-3180294BBFF5}"/>
    <dgm:cxn modelId="{06F0F414-18F9-44CC-913D-47387178096F}" srcId="{B48DADE4-B4A7-48BA-9800-154AECCD8370}" destId="{524B39A7-0C78-44FC-8C16-6B266975CFFE}" srcOrd="2" destOrd="0" parTransId="{54052E8C-43E0-4772-9C13-13072D6650FB}" sibTransId="{4902778D-84F6-41B4-8D55-09DE6FF0916D}"/>
    <dgm:cxn modelId="{AF31FFE7-77BF-46EC-962A-88E655A76D7A}" type="presOf" srcId="{BF206209-8B11-4B16-BCD0-5615002992A7}" destId="{6F546B09-AF5A-4D95-A098-EC9AA5974F7E}" srcOrd="0" destOrd="0" presId="urn:microsoft.com/office/officeart/2005/8/layout/vList2"/>
    <dgm:cxn modelId="{B2800654-A9BF-4644-8D3A-31C4616A7D5B}" type="presOf" srcId="{B48DADE4-B4A7-48BA-9800-154AECCD8370}" destId="{0BA804BF-EBA2-4D2A-93E4-30C8AC7EED5D}" srcOrd="0" destOrd="0" presId="urn:microsoft.com/office/officeart/2005/8/layout/vList2"/>
    <dgm:cxn modelId="{350041FA-1E6D-42C8-AE0B-A6435E3A5D66}" type="presOf" srcId="{524B39A7-0C78-44FC-8C16-6B266975CFFE}" destId="{461B5B2F-3F63-44A2-B246-7BDC1DA108D0}" srcOrd="0" destOrd="0" presId="urn:microsoft.com/office/officeart/2005/8/layout/vList2"/>
    <dgm:cxn modelId="{E70208CC-EE30-42DC-9151-C407CA02D5C1}" type="presParOf" srcId="{0BA804BF-EBA2-4D2A-93E4-30C8AC7EED5D}" destId="{3C3E3258-E58B-4245-A8CE-45DBF5E4766B}" srcOrd="0" destOrd="0" presId="urn:microsoft.com/office/officeart/2005/8/layout/vList2"/>
    <dgm:cxn modelId="{57ABCB2C-F9D9-4188-9F7A-E48D25DB4A35}" type="presParOf" srcId="{0BA804BF-EBA2-4D2A-93E4-30C8AC7EED5D}" destId="{0ECB7FDA-0246-4589-8B66-2EB08A390562}" srcOrd="1" destOrd="0" presId="urn:microsoft.com/office/officeart/2005/8/layout/vList2"/>
    <dgm:cxn modelId="{18C28E0F-FFAF-4F87-AE98-7BCF4DDB22F1}" type="presParOf" srcId="{0BA804BF-EBA2-4D2A-93E4-30C8AC7EED5D}" destId="{6F546B09-AF5A-4D95-A098-EC9AA5974F7E}" srcOrd="2" destOrd="0" presId="urn:microsoft.com/office/officeart/2005/8/layout/vList2"/>
    <dgm:cxn modelId="{979A1ED8-282C-4806-8185-9CF2398871C2}" type="presParOf" srcId="{0BA804BF-EBA2-4D2A-93E4-30C8AC7EED5D}" destId="{E6C4BFAF-A164-4DB8-A6B2-5AD3A34A0070}" srcOrd="3" destOrd="0" presId="urn:microsoft.com/office/officeart/2005/8/layout/vList2"/>
    <dgm:cxn modelId="{54DB3D20-34D2-4804-9FB0-F3D6668F618D}" type="presParOf" srcId="{0BA804BF-EBA2-4D2A-93E4-30C8AC7EED5D}" destId="{461B5B2F-3F63-44A2-B246-7BDC1DA108D0}"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A6FD4EA-4098-4FE2-8A5E-03E048F5583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6D6FF96-22A4-4E20-873E-102BD75F1578}">
      <dgm:prSet/>
      <dgm:spPr/>
      <dgm:t>
        <a:bodyPr/>
        <a:lstStyle/>
        <a:p>
          <a:pPr rtl="0"/>
          <a:r>
            <a:rPr lang="en-US" smtClean="0"/>
            <a:t>Pools: vlan10 covers 192.168.80.0/24 and vlan20 covers 192.168.90.0/24. Each pool gives the PCs a gateway (the subinterface IP) and DNS 8.8.8.8.</a:t>
          </a:r>
          <a:endParaRPr lang="en-US"/>
        </a:p>
      </dgm:t>
    </dgm:pt>
    <dgm:pt modelId="{A3F87BC8-7AFA-417D-9747-C0F11DE9F825}" type="parTrans" cxnId="{D61F153E-5D2C-4449-8171-90263361FDB1}">
      <dgm:prSet/>
      <dgm:spPr/>
      <dgm:t>
        <a:bodyPr/>
        <a:lstStyle/>
        <a:p>
          <a:endParaRPr lang="en-US"/>
        </a:p>
      </dgm:t>
    </dgm:pt>
    <dgm:pt modelId="{38A94618-CA8E-4531-ABA2-DF6015FF4333}" type="sibTrans" cxnId="{D61F153E-5D2C-4449-8171-90263361FDB1}">
      <dgm:prSet/>
      <dgm:spPr/>
      <dgm:t>
        <a:bodyPr/>
        <a:lstStyle/>
        <a:p>
          <a:endParaRPr lang="en-US"/>
        </a:p>
      </dgm:t>
    </dgm:pt>
    <dgm:pt modelId="{889E8F70-B70D-4FF2-A1A8-6D0DEAD014C9}">
      <dgm:prSet/>
      <dgm:spPr/>
      <dgm:t>
        <a:bodyPr/>
        <a:lstStyle/>
        <a:p>
          <a:pPr rtl="0"/>
          <a:r>
            <a:rPr lang="en-US" smtClean="0"/>
            <a:t>Excluded addresses: The first 20 IPs (.1 to .20) in each network are kept out of the pool. They are saved for the gateway and static devices like servers or printers. PCs will start getting IPs from .21.</a:t>
          </a:r>
          <a:endParaRPr lang="en-US"/>
        </a:p>
      </dgm:t>
    </dgm:pt>
    <dgm:pt modelId="{FB07D726-6869-4AA5-AE3D-95B9E994C66B}" type="parTrans" cxnId="{0BEC607D-F9AE-404E-AC04-8E8C92AF668E}">
      <dgm:prSet/>
      <dgm:spPr/>
      <dgm:t>
        <a:bodyPr/>
        <a:lstStyle/>
        <a:p>
          <a:endParaRPr lang="en-US"/>
        </a:p>
      </dgm:t>
    </dgm:pt>
    <dgm:pt modelId="{EF878C8C-AC58-439D-8FE9-BC2D6C32A65E}" type="sibTrans" cxnId="{0BEC607D-F9AE-404E-AC04-8E8C92AF668E}">
      <dgm:prSet/>
      <dgm:spPr/>
      <dgm:t>
        <a:bodyPr/>
        <a:lstStyle/>
        <a:p>
          <a:endParaRPr lang="en-US"/>
        </a:p>
      </dgm:t>
    </dgm:pt>
    <dgm:pt modelId="{06F6500A-CA5F-4AF8-BD27-DDBCB84449C5}" type="pres">
      <dgm:prSet presAssocID="{9A6FD4EA-4098-4FE2-8A5E-03E048F55839}" presName="linear" presStyleCnt="0">
        <dgm:presLayoutVars>
          <dgm:animLvl val="lvl"/>
          <dgm:resizeHandles val="exact"/>
        </dgm:presLayoutVars>
      </dgm:prSet>
      <dgm:spPr/>
      <dgm:t>
        <a:bodyPr/>
        <a:lstStyle/>
        <a:p>
          <a:endParaRPr lang="en-US"/>
        </a:p>
      </dgm:t>
    </dgm:pt>
    <dgm:pt modelId="{2D4AC8BB-D5B7-4749-8D4A-73CFD88D9343}" type="pres">
      <dgm:prSet presAssocID="{A6D6FF96-22A4-4E20-873E-102BD75F1578}" presName="parentText" presStyleLbl="node1" presStyleIdx="0" presStyleCnt="2">
        <dgm:presLayoutVars>
          <dgm:chMax val="0"/>
          <dgm:bulletEnabled val="1"/>
        </dgm:presLayoutVars>
      </dgm:prSet>
      <dgm:spPr/>
      <dgm:t>
        <a:bodyPr/>
        <a:lstStyle/>
        <a:p>
          <a:endParaRPr lang="en-US"/>
        </a:p>
      </dgm:t>
    </dgm:pt>
    <dgm:pt modelId="{F487F4AE-6C7F-46F1-B4F5-AB673A6EEC5C}" type="pres">
      <dgm:prSet presAssocID="{38A94618-CA8E-4531-ABA2-DF6015FF4333}" presName="spacer" presStyleCnt="0"/>
      <dgm:spPr/>
    </dgm:pt>
    <dgm:pt modelId="{24D6DE53-0254-4513-955A-07EC6F877946}" type="pres">
      <dgm:prSet presAssocID="{889E8F70-B70D-4FF2-A1A8-6D0DEAD014C9}" presName="parentText" presStyleLbl="node1" presStyleIdx="1" presStyleCnt="2">
        <dgm:presLayoutVars>
          <dgm:chMax val="0"/>
          <dgm:bulletEnabled val="1"/>
        </dgm:presLayoutVars>
      </dgm:prSet>
      <dgm:spPr/>
      <dgm:t>
        <a:bodyPr/>
        <a:lstStyle/>
        <a:p>
          <a:endParaRPr lang="en-US"/>
        </a:p>
      </dgm:t>
    </dgm:pt>
  </dgm:ptLst>
  <dgm:cxnLst>
    <dgm:cxn modelId="{B65226DF-8DA6-4B37-AB3C-CDB01D0FB669}" type="presOf" srcId="{A6D6FF96-22A4-4E20-873E-102BD75F1578}" destId="{2D4AC8BB-D5B7-4749-8D4A-73CFD88D9343}" srcOrd="0" destOrd="0" presId="urn:microsoft.com/office/officeart/2005/8/layout/vList2"/>
    <dgm:cxn modelId="{B52F9146-6DE6-48CD-B488-DB41714C3086}" type="presOf" srcId="{9A6FD4EA-4098-4FE2-8A5E-03E048F55839}" destId="{06F6500A-CA5F-4AF8-BD27-DDBCB84449C5}" srcOrd="0" destOrd="0" presId="urn:microsoft.com/office/officeart/2005/8/layout/vList2"/>
    <dgm:cxn modelId="{D61F153E-5D2C-4449-8171-90263361FDB1}" srcId="{9A6FD4EA-4098-4FE2-8A5E-03E048F55839}" destId="{A6D6FF96-22A4-4E20-873E-102BD75F1578}" srcOrd="0" destOrd="0" parTransId="{A3F87BC8-7AFA-417D-9747-C0F11DE9F825}" sibTransId="{38A94618-CA8E-4531-ABA2-DF6015FF4333}"/>
    <dgm:cxn modelId="{BDE79379-C1A2-4E91-9D23-C6AF7E60ADF9}" type="presOf" srcId="{889E8F70-B70D-4FF2-A1A8-6D0DEAD014C9}" destId="{24D6DE53-0254-4513-955A-07EC6F877946}" srcOrd="0" destOrd="0" presId="urn:microsoft.com/office/officeart/2005/8/layout/vList2"/>
    <dgm:cxn modelId="{0BEC607D-F9AE-404E-AC04-8E8C92AF668E}" srcId="{9A6FD4EA-4098-4FE2-8A5E-03E048F55839}" destId="{889E8F70-B70D-4FF2-A1A8-6D0DEAD014C9}" srcOrd="1" destOrd="0" parTransId="{FB07D726-6869-4AA5-AE3D-95B9E994C66B}" sibTransId="{EF878C8C-AC58-439D-8FE9-BC2D6C32A65E}"/>
    <dgm:cxn modelId="{A05C83A1-D885-4C1C-A9CD-E5136C3364C6}" type="presParOf" srcId="{06F6500A-CA5F-4AF8-BD27-DDBCB84449C5}" destId="{2D4AC8BB-D5B7-4749-8D4A-73CFD88D9343}" srcOrd="0" destOrd="0" presId="urn:microsoft.com/office/officeart/2005/8/layout/vList2"/>
    <dgm:cxn modelId="{D17DA4D0-035F-4969-9DBD-87ECCB071634}" type="presParOf" srcId="{06F6500A-CA5F-4AF8-BD27-DDBCB84449C5}" destId="{F487F4AE-6C7F-46F1-B4F5-AB673A6EEC5C}" srcOrd="1" destOrd="0" presId="urn:microsoft.com/office/officeart/2005/8/layout/vList2"/>
    <dgm:cxn modelId="{E1609B29-8074-49D3-93CD-46A246B32009}" type="presParOf" srcId="{06F6500A-CA5F-4AF8-BD27-DDBCB84449C5}" destId="{24D6DE53-0254-4513-955A-07EC6F87794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CE1699D1-F126-4EFC-9FF2-D4CD510CB1A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2CB768F-37F0-4470-A913-7791FE5157D1}">
      <dgm:prSet/>
      <dgm:spPr/>
      <dgm:t>
        <a:bodyPr/>
        <a:lstStyle/>
        <a:p>
          <a:pPr rtl="0"/>
          <a:r>
            <a:rPr lang="en-US" smtClean="0"/>
            <a:t>The internet part has 4 routers: IIG, ISP_A, ISP_B and ISP_C.</a:t>
          </a:r>
          <a:endParaRPr lang="en-US"/>
        </a:p>
      </dgm:t>
    </dgm:pt>
    <dgm:pt modelId="{D96FAC73-7100-451C-8AC6-85C4650B344D}" type="parTrans" cxnId="{83034FB8-DF44-4690-BCB0-9823813A4861}">
      <dgm:prSet/>
      <dgm:spPr/>
      <dgm:t>
        <a:bodyPr/>
        <a:lstStyle/>
        <a:p>
          <a:endParaRPr lang="en-US"/>
        </a:p>
      </dgm:t>
    </dgm:pt>
    <dgm:pt modelId="{78F774AD-CA7C-4545-9444-8D1330D5F0EA}" type="sibTrans" cxnId="{83034FB8-DF44-4690-BCB0-9823813A4861}">
      <dgm:prSet/>
      <dgm:spPr/>
      <dgm:t>
        <a:bodyPr/>
        <a:lstStyle/>
        <a:p>
          <a:endParaRPr lang="en-US"/>
        </a:p>
      </dgm:t>
    </dgm:pt>
    <dgm:pt modelId="{581590F9-516F-4760-83A5-A412024F6F42}">
      <dgm:prSet/>
      <dgm:spPr/>
      <dgm:t>
        <a:bodyPr/>
        <a:lstStyle/>
        <a:p>
          <a:pPr rtl="0"/>
          <a:r>
            <a:rPr lang="en-US" smtClean="0"/>
            <a:t>IIG is in the center. It connects to all three ISPs.</a:t>
          </a:r>
          <a:endParaRPr lang="en-US"/>
        </a:p>
      </dgm:t>
    </dgm:pt>
    <dgm:pt modelId="{79749862-9D35-44AB-8748-FD926BB90157}" type="parTrans" cxnId="{A0CC9B67-C9CD-44DF-ACB7-97E0A6EC638C}">
      <dgm:prSet/>
      <dgm:spPr/>
      <dgm:t>
        <a:bodyPr/>
        <a:lstStyle/>
        <a:p>
          <a:endParaRPr lang="en-US"/>
        </a:p>
      </dgm:t>
    </dgm:pt>
    <dgm:pt modelId="{B9D58914-CCA9-4B34-B9F0-E5506666D62A}" type="sibTrans" cxnId="{A0CC9B67-C9CD-44DF-ACB7-97E0A6EC638C}">
      <dgm:prSet/>
      <dgm:spPr/>
      <dgm:t>
        <a:bodyPr/>
        <a:lstStyle/>
        <a:p>
          <a:endParaRPr lang="en-US"/>
        </a:p>
      </dgm:t>
    </dgm:pt>
    <dgm:pt modelId="{25DCA265-C9BD-406B-A8EF-7443C994AD2C}">
      <dgm:prSet/>
      <dgm:spPr/>
      <dgm:t>
        <a:bodyPr/>
        <a:lstStyle/>
        <a:p>
          <a:pPr rtl="0"/>
          <a:r>
            <a:rPr lang="en-US" smtClean="0"/>
            <a:t>ISP_A connects to the Dhaka branch, ISP_C connects to the Cumilla branch, and ISP_B connects to the CTG branch.</a:t>
          </a:r>
          <a:endParaRPr lang="en-US"/>
        </a:p>
      </dgm:t>
    </dgm:pt>
    <dgm:pt modelId="{5867AD11-4A19-4D68-A27C-B58D4021CCDC}" type="parTrans" cxnId="{8559BF39-04D7-4A2C-881F-2FFDD5770BF6}">
      <dgm:prSet/>
      <dgm:spPr/>
      <dgm:t>
        <a:bodyPr/>
        <a:lstStyle/>
        <a:p>
          <a:endParaRPr lang="en-US"/>
        </a:p>
      </dgm:t>
    </dgm:pt>
    <dgm:pt modelId="{BA7AABD2-8F76-4BE0-8C6D-5BBBE9841DDE}" type="sibTrans" cxnId="{8559BF39-04D7-4A2C-881F-2FFDD5770BF6}">
      <dgm:prSet/>
      <dgm:spPr/>
      <dgm:t>
        <a:bodyPr/>
        <a:lstStyle/>
        <a:p>
          <a:endParaRPr lang="en-US"/>
        </a:p>
      </dgm:t>
    </dgm:pt>
    <dgm:pt modelId="{D100EDA4-2350-42D2-911B-E4A6A230BC77}">
      <dgm:prSet/>
      <dgm:spPr/>
      <dgm:t>
        <a:bodyPr/>
        <a:lstStyle/>
        <a:p>
          <a:pPr rtl="0"/>
          <a:r>
            <a:rPr lang="en-US" smtClean="0"/>
            <a:t>Each link uses a small /30 network (for example, 11.10.10.0/30 for IIG to ISP_A).</a:t>
          </a:r>
          <a:endParaRPr lang="en-US"/>
        </a:p>
      </dgm:t>
    </dgm:pt>
    <dgm:pt modelId="{7BF5897C-9CA9-46EC-A7B7-731F516841B1}" type="parTrans" cxnId="{7BFEA11C-B9F3-4671-8EC6-6FD08AD5D0F6}">
      <dgm:prSet/>
      <dgm:spPr/>
      <dgm:t>
        <a:bodyPr/>
        <a:lstStyle/>
        <a:p>
          <a:endParaRPr lang="en-US"/>
        </a:p>
      </dgm:t>
    </dgm:pt>
    <dgm:pt modelId="{DDC20890-20AC-43C1-9182-6DD18E2BA940}" type="sibTrans" cxnId="{7BFEA11C-B9F3-4671-8EC6-6FD08AD5D0F6}">
      <dgm:prSet/>
      <dgm:spPr/>
      <dgm:t>
        <a:bodyPr/>
        <a:lstStyle/>
        <a:p>
          <a:endParaRPr lang="en-US"/>
        </a:p>
      </dgm:t>
    </dgm:pt>
    <dgm:pt modelId="{41164C92-DAAA-444E-8F41-0EA4D0C64EA7}">
      <dgm:prSet/>
      <dgm:spPr/>
      <dgm:t>
        <a:bodyPr/>
        <a:lstStyle/>
        <a:p>
          <a:pPr rtl="0"/>
          <a:r>
            <a:rPr lang="en-US" smtClean="0"/>
            <a:t>The routers use BGP to share routes: IIG is AS 1000, ISP_A is AS 1001, ISP_C is AS 1002 and ISP_B is AS 1003.</a:t>
          </a:r>
          <a:endParaRPr lang="en-US"/>
        </a:p>
      </dgm:t>
    </dgm:pt>
    <dgm:pt modelId="{5A94210C-6001-46F9-9CA7-EEB33D361136}" type="parTrans" cxnId="{CE1D3B18-1C81-4B46-9AF5-7E1ACF05BB45}">
      <dgm:prSet/>
      <dgm:spPr/>
      <dgm:t>
        <a:bodyPr/>
        <a:lstStyle/>
        <a:p>
          <a:endParaRPr lang="en-US"/>
        </a:p>
      </dgm:t>
    </dgm:pt>
    <dgm:pt modelId="{D8CD5CF9-92B9-4742-87B0-8260B770C2CA}" type="sibTrans" cxnId="{CE1D3B18-1C81-4B46-9AF5-7E1ACF05BB45}">
      <dgm:prSet/>
      <dgm:spPr/>
      <dgm:t>
        <a:bodyPr/>
        <a:lstStyle/>
        <a:p>
          <a:endParaRPr lang="en-US"/>
        </a:p>
      </dgm:t>
    </dgm:pt>
    <dgm:pt modelId="{D314F889-128F-4871-B6E0-DD2014F4BE4F}">
      <dgm:prSet/>
      <dgm:spPr/>
      <dgm:t>
        <a:bodyPr/>
        <a:lstStyle/>
        <a:p>
          <a:pPr rtl="0"/>
          <a:r>
            <a:rPr lang="en-US" smtClean="0"/>
            <a:t>Each branch uses NAT (PAT), so all private PCs go out with one public IP: 200.0.0.1 (Dhaka), 201.0.0.2 (Cumilla) and 202.0.0.2 (CTG).</a:t>
          </a:r>
          <a:endParaRPr lang="en-US"/>
        </a:p>
      </dgm:t>
    </dgm:pt>
    <dgm:pt modelId="{CF393F14-9763-4E9D-9DE0-D61ABE311097}" type="parTrans" cxnId="{1377017D-1194-4EF0-973F-D0C27412EF3D}">
      <dgm:prSet/>
      <dgm:spPr/>
      <dgm:t>
        <a:bodyPr/>
        <a:lstStyle/>
        <a:p>
          <a:endParaRPr lang="en-US"/>
        </a:p>
      </dgm:t>
    </dgm:pt>
    <dgm:pt modelId="{342CE662-80D2-445B-9D7E-FEB47A1881F4}" type="sibTrans" cxnId="{1377017D-1194-4EF0-973F-D0C27412EF3D}">
      <dgm:prSet/>
      <dgm:spPr/>
      <dgm:t>
        <a:bodyPr/>
        <a:lstStyle/>
        <a:p>
          <a:endParaRPr lang="en-US"/>
        </a:p>
      </dgm:t>
    </dgm:pt>
    <dgm:pt modelId="{DC768246-6705-4198-9479-9EF4B70F3D2D}" type="pres">
      <dgm:prSet presAssocID="{CE1699D1-F126-4EFC-9FF2-D4CD510CB1A7}" presName="linear" presStyleCnt="0">
        <dgm:presLayoutVars>
          <dgm:animLvl val="lvl"/>
          <dgm:resizeHandles val="exact"/>
        </dgm:presLayoutVars>
      </dgm:prSet>
      <dgm:spPr/>
      <dgm:t>
        <a:bodyPr/>
        <a:lstStyle/>
        <a:p>
          <a:endParaRPr lang="en-US"/>
        </a:p>
      </dgm:t>
    </dgm:pt>
    <dgm:pt modelId="{0DAB0947-8997-46E7-837E-F937B4A68488}" type="pres">
      <dgm:prSet presAssocID="{22CB768F-37F0-4470-A913-7791FE5157D1}" presName="parentText" presStyleLbl="node1" presStyleIdx="0" presStyleCnt="6">
        <dgm:presLayoutVars>
          <dgm:chMax val="0"/>
          <dgm:bulletEnabled val="1"/>
        </dgm:presLayoutVars>
      </dgm:prSet>
      <dgm:spPr/>
      <dgm:t>
        <a:bodyPr/>
        <a:lstStyle/>
        <a:p>
          <a:endParaRPr lang="en-US"/>
        </a:p>
      </dgm:t>
    </dgm:pt>
    <dgm:pt modelId="{FBF274EB-DACC-485D-8D45-979D6EFDD93D}" type="pres">
      <dgm:prSet presAssocID="{78F774AD-CA7C-4545-9444-8D1330D5F0EA}" presName="spacer" presStyleCnt="0"/>
      <dgm:spPr/>
    </dgm:pt>
    <dgm:pt modelId="{2347205A-7A3B-463A-8028-8FEE60E524E8}" type="pres">
      <dgm:prSet presAssocID="{581590F9-516F-4760-83A5-A412024F6F42}" presName="parentText" presStyleLbl="node1" presStyleIdx="1" presStyleCnt="6">
        <dgm:presLayoutVars>
          <dgm:chMax val="0"/>
          <dgm:bulletEnabled val="1"/>
        </dgm:presLayoutVars>
      </dgm:prSet>
      <dgm:spPr/>
      <dgm:t>
        <a:bodyPr/>
        <a:lstStyle/>
        <a:p>
          <a:endParaRPr lang="en-US"/>
        </a:p>
      </dgm:t>
    </dgm:pt>
    <dgm:pt modelId="{8E35AC35-22EA-41BC-BDD9-8CA10CDAABD8}" type="pres">
      <dgm:prSet presAssocID="{B9D58914-CCA9-4B34-B9F0-E5506666D62A}" presName="spacer" presStyleCnt="0"/>
      <dgm:spPr/>
    </dgm:pt>
    <dgm:pt modelId="{05BB7BBE-AB11-4831-B30C-5A2D56E80F69}" type="pres">
      <dgm:prSet presAssocID="{25DCA265-C9BD-406B-A8EF-7443C994AD2C}" presName="parentText" presStyleLbl="node1" presStyleIdx="2" presStyleCnt="6">
        <dgm:presLayoutVars>
          <dgm:chMax val="0"/>
          <dgm:bulletEnabled val="1"/>
        </dgm:presLayoutVars>
      </dgm:prSet>
      <dgm:spPr/>
      <dgm:t>
        <a:bodyPr/>
        <a:lstStyle/>
        <a:p>
          <a:endParaRPr lang="en-US"/>
        </a:p>
      </dgm:t>
    </dgm:pt>
    <dgm:pt modelId="{BE1633AD-8362-40A7-B643-9BF235974A06}" type="pres">
      <dgm:prSet presAssocID="{BA7AABD2-8F76-4BE0-8C6D-5BBBE9841DDE}" presName="spacer" presStyleCnt="0"/>
      <dgm:spPr/>
    </dgm:pt>
    <dgm:pt modelId="{16334DA8-E0A6-4004-886C-3A880DA3A119}" type="pres">
      <dgm:prSet presAssocID="{D100EDA4-2350-42D2-911B-E4A6A230BC77}" presName="parentText" presStyleLbl="node1" presStyleIdx="3" presStyleCnt="6">
        <dgm:presLayoutVars>
          <dgm:chMax val="0"/>
          <dgm:bulletEnabled val="1"/>
        </dgm:presLayoutVars>
      </dgm:prSet>
      <dgm:spPr/>
      <dgm:t>
        <a:bodyPr/>
        <a:lstStyle/>
        <a:p>
          <a:endParaRPr lang="en-US"/>
        </a:p>
      </dgm:t>
    </dgm:pt>
    <dgm:pt modelId="{EAD07C14-71FA-46EE-BC7C-8B0050DE1D24}" type="pres">
      <dgm:prSet presAssocID="{DDC20890-20AC-43C1-9182-6DD18E2BA940}" presName="spacer" presStyleCnt="0"/>
      <dgm:spPr/>
    </dgm:pt>
    <dgm:pt modelId="{6A013E6E-700F-401A-AF16-D2603ACAC82F}" type="pres">
      <dgm:prSet presAssocID="{41164C92-DAAA-444E-8F41-0EA4D0C64EA7}" presName="parentText" presStyleLbl="node1" presStyleIdx="4" presStyleCnt="6">
        <dgm:presLayoutVars>
          <dgm:chMax val="0"/>
          <dgm:bulletEnabled val="1"/>
        </dgm:presLayoutVars>
      </dgm:prSet>
      <dgm:spPr/>
      <dgm:t>
        <a:bodyPr/>
        <a:lstStyle/>
        <a:p>
          <a:endParaRPr lang="en-US"/>
        </a:p>
      </dgm:t>
    </dgm:pt>
    <dgm:pt modelId="{CE6937AD-FFF7-489E-A0A6-7FFA7C94133D}" type="pres">
      <dgm:prSet presAssocID="{D8CD5CF9-92B9-4742-87B0-8260B770C2CA}" presName="spacer" presStyleCnt="0"/>
      <dgm:spPr/>
    </dgm:pt>
    <dgm:pt modelId="{2C223483-B3A5-42ED-8CEE-4F61FC9B3F1F}" type="pres">
      <dgm:prSet presAssocID="{D314F889-128F-4871-B6E0-DD2014F4BE4F}" presName="parentText" presStyleLbl="node1" presStyleIdx="5" presStyleCnt="6">
        <dgm:presLayoutVars>
          <dgm:chMax val="0"/>
          <dgm:bulletEnabled val="1"/>
        </dgm:presLayoutVars>
      </dgm:prSet>
      <dgm:spPr/>
      <dgm:t>
        <a:bodyPr/>
        <a:lstStyle/>
        <a:p>
          <a:endParaRPr lang="en-US"/>
        </a:p>
      </dgm:t>
    </dgm:pt>
  </dgm:ptLst>
  <dgm:cxnLst>
    <dgm:cxn modelId="{E3817017-B233-4755-8752-55ABDEC99FE1}" type="presOf" srcId="{25DCA265-C9BD-406B-A8EF-7443C994AD2C}" destId="{05BB7BBE-AB11-4831-B30C-5A2D56E80F69}" srcOrd="0" destOrd="0" presId="urn:microsoft.com/office/officeart/2005/8/layout/vList2"/>
    <dgm:cxn modelId="{E0E7CA20-FCDF-4EE5-9665-F0DC4B3E8671}" type="presOf" srcId="{41164C92-DAAA-444E-8F41-0EA4D0C64EA7}" destId="{6A013E6E-700F-401A-AF16-D2603ACAC82F}" srcOrd="0" destOrd="0" presId="urn:microsoft.com/office/officeart/2005/8/layout/vList2"/>
    <dgm:cxn modelId="{CE1D3B18-1C81-4B46-9AF5-7E1ACF05BB45}" srcId="{CE1699D1-F126-4EFC-9FF2-D4CD510CB1A7}" destId="{41164C92-DAAA-444E-8F41-0EA4D0C64EA7}" srcOrd="4" destOrd="0" parTransId="{5A94210C-6001-46F9-9CA7-EEB33D361136}" sibTransId="{D8CD5CF9-92B9-4742-87B0-8260B770C2CA}"/>
    <dgm:cxn modelId="{41847294-19EF-4D7E-BA89-9D7D94CE3B03}" type="presOf" srcId="{581590F9-516F-4760-83A5-A412024F6F42}" destId="{2347205A-7A3B-463A-8028-8FEE60E524E8}" srcOrd="0" destOrd="0" presId="urn:microsoft.com/office/officeart/2005/8/layout/vList2"/>
    <dgm:cxn modelId="{A0CC9B67-C9CD-44DF-ACB7-97E0A6EC638C}" srcId="{CE1699D1-F126-4EFC-9FF2-D4CD510CB1A7}" destId="{581590F9-516F-4760-83A5-A412024F6F42}" srcOrd="1" destOrd="0" parTransId="{79749862-9D35-44AB-8748-FD926BB90157}" sibTransId="{B9D58914-CCA9-4B34-B9F0-E5506666D62A}"/>
    <dgm:cxn modelId="{1377017D-1194-4EF0-973F-D0C27412EF3D}" srcId="{CE1699D1-F126-4EFC-9FF2-D4CD510CB1A7}" destId="{D314F889-128F-4871-B6E0-DD2014F4BE4F}" srcOrd="5" destOrd="0" parTransId="{CF393F14-9763-4E9D-9DE0-D61ABE311097}" sibTransId="{342CE662-80D2-445B-9D7E-FEB47A1881F4}"/>
    <dgm:cxn modelId="{83034FB8-DF44-4690-BCB0-9823813A4861}" srcId="{CE1699D1-F126-4EFC-9FF2-D4CD510CB1A7}" destId="{22CB768F-37F0-4470-A913-7791FE5157D1}" srcOrd="0" destOrd="0" parTransId="{D96FAC73-7100-451C-8AC6-85C4650B344D}" sibTransId="{78F774AD-CA7C-4545-9444-8D1330D5F0EA}"/>
    <dgm:cxn modelId="{076BE3E9-5C9F-496F-80C2-59BCCA8EF916}" type="presOf" srcId="{D314F889-128F-4871-B6E0-DD2014F4BE4F}" destId="{2C223483-B3A5-42ED-8CEE-4F61FC9B3F1F}" srcOrd="0" destOrd="0" presId="urn:microsoft.com/office/officeart/2005/8/layout/vList2"/>
    <dgm:cxn modelId="{3206ADE8-1C8B-438C-A588-EDA36BDF2032}" type="presOf" srcId="{22CB768F-37F0-4470-A913-7791FE5157D1}" destId="{0DAB0947-8997-46E7-837E-F937B4A68488}" srcOrd="0" destOrd="0" presId="urn:microsoft.com/office/officeart/2005/8/layout/vList2"/>
    <dgm:cxn modelId="{5895BB52-74FE-44C8-8241-306030EEF107}" type="presOf" srcId="{D100EDA4-2350-42D2-911B-E4A6A230BC77}" destId="{16334DA8-E0A6-4004-886C-3A880DA3A119}" srcOrd="0" destOrd="0" presId="urn:microsoft.com/office/officeart/2005/8/layout/vList2"/>
    <dgm:cxn modelId="{1300787C-2030-425C-81BF-781F8EE22E32}" type="presOf" srcId="{CE1699D1-F126-4EFC-9FF2-D4CD510CB1A7}" destId="{DC768246-6705-4198-9479-9EF4B70F3D2D}" srcOrd="0" destOrd="0" presId="urn:microsoft.com/office/officeart/2005/8/layout/vList2"/>
    <dgm:cxn modelId="{7BFEA11C-B9F3-4671-8EC6-6FD08AD5D0F6}" srcId="{CE1699D1-F126-4EFC-9FF2-D4CD510CB1A7}" destId="{D100EDA4-2350-42D2-911B-E4A6A230BC77}" srcOrd="3" destOrd="0" parTransId="{7BF5897C-9CA9-46EC-A7B7-731F516841B1}" sibTransId="{DDC20890-20AC-43C1-9182-6DD18E2BA940}"/>
    <dgm:cxn modelId="{8559BF39-04D7-4A2C-881F-2FFDD5770BF6}" srcId="{CE1699D1-F126-4EFC-9FF2-D4CD510CB1A7}" destId="{25DCA265-C9BD-406B-A8EF-7443C994AD2C}" srcOrd="2" destOrd="0" parTransId="{5867AD11-4A19-4D68-A27C-B58D4021CCDC}" sibTransId="{BA7AABD2-8F76-4BE0-8C6D-5BBBE9841DDE}"/>
    <dgm:cxn modelId="{DECF8B19-4652-4FBC-9FF2-C5A0E3A08A18}" type="presParOf" srcId="{DC768246-6705-4198-9479-9EF4B70F3D2D}" destId="{0DAB0947-8997-46E7-837E-F937B4A68488}" srcOrd="0" destOrd="0" presId="urn:microsoft.com/office/officeart/2005/8/layout/vList2"/>
    <dgm:cxn modelId="{3C8781E9-46DE-4618-ABE0-36B546473BFD}" type="presParOf" srcId="{DC768246-6705-4198-9479-9EF4B70F3D2D}" destId="{FBF274EB-DACC-485D-8D45-979D6EFDD93D}" srcOrd="1" destOrd="0" presId="urn:microsoft.com/office/officeart/2005/8/layout/vList2"/>
    <dgm:cxn modelId="{AC02480A-B6B0-4844-8716-869FE7E8B478}" type="presParOf" srcId="{DC768246-6705-4198-9479-9EF4B70F3D2D}" destId="{2347205A-7A3B-463A-8028-8FEE60E524E8}" srcOrd="2" destOrd="0" presId="urn:microsoft.com/office/officeart/2005/8/layout/vList2"/>
    <dgm:cxn modelId="{8EBB63CA-0592-4C07-B2FF-159BCAF2FCFD}" type="presParOf" srcId="{DC768246-6705-4198-9479-9EF4B70F3D2D}" destId="{8E35AC35-22EA-41BC-BDD9-8CA10CDAABD8}" srcOrd="3" destOrd="0" presId="urn:microsoft.com/office/officeart/2005/8/layout/vList2"/>
    <dgm:cxn modelId="{6656E421-6CA2-4A39-A985-F99AED939D4D}" type="presParOf" srcId="{DC768246-6705-4198-9479-9EF4B70F3D2D}" destId="{05BB7BBE-AB11-4831-B30C-5A2D56E80F69}" srcOrd="4" destOrd="0" presId="urn:microsoft.com/office/officeart/2005/8/layout/vList2"/>
    <dgm:cxn modelId="{5BD409C5-84DF-416E-AEC3-0CBD6E828A74}" type="presParOf" srcId="{DC768246-6705-4198-9479-9EF4B70F3D2D}" destId="{BE1633AD-8362-40A7-B643-9BF235974A06}" srcOrd="5" destOrd="0" presId="urn:microsoft.com/office/officeart/2005/8/layout/vList2"/>
    <dgm:cxn modelId="{B833D909-5FCF-4444-B37D-AD27F802D39B}" type="presParOf" srcId="{DC768246-6705-4198-9479-9EF4B70F3D2D}" destId="{16334DA8-E0A6-4004-886C-3A880DA3A119}" srcOrd="6" destOrd="0" presId="urn:microsoft.com/office/officeart/2005/8/layout/vList2"/>
    <dgm:cxn modelId="{A7C3C791-0D05-4684-83F9-430C50EECF39}" type="presParOf" srcId="{DC768246-6705-4198-9479-9EF4B70F3D2D}" destId="{EAD07C14-71FA-46EE-BC7C-8B0050DE1D24}" srcOrd="7" destOrd="0" presId="urn:microsoft.com/office/officeart/2005/8/layout/vList2"/>
    <dgm:cxn modelId="{18341FFA-6E12-49B4-8ABA-5BE0DD31D80E}" type="presParOf" srcId="{DC768246-6705-4198-9479-9EF4B70F3D2D}" destId="{6A013E6E-700F-401A-AF16-D2603ACAC82F}" srcOrd="8" destOrd="0" presId="urn:microsoft.com/office/officeart/2005/8/layout/vList2"/>
    <dgm:cxn modelId="{1BF35D99-6A42-4435-95F9-8E167B30C245}" type="presParOf" srcId="{DC768246-6705-4198-9479-9EF4B70F3D2D}" destId="{CE6937AD-FFF7-489E-A0A6-7FFA7C94133D}" srcOrd="9" destOrd="0" presId="urn:microsoft.com/office/officeart/2005/8/layout/vList2"/>
    <dgm:cxn modelId="{D3E0DEC0-4B7E-4660-A896-34153AF99346}" type="presParOf" srcId="{DC768246-6705-4198-9479-9EF4B70F3D2D}" destId="{2C223483-B3A5-42ED-8CEE-4F61FC9B3F1F}"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E3B66407-0B2E-4DDE-BBE1-392AA254611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8DC272A-071A-4E74-BF7F-FF6EB357B797}">
      <dgm:prSet/>
      <dgm:spPr/>
      <dgm:t>
        <a:bodyPr/>
        <a:lstStyle/>
        <a:p>
          <a:pPr rtl="0"/>
          <a:r>
            <a:rPr lang="en-US" smtClean="0"/>
            <a:t>Gi0/1: We turned it on and gave it the IP 200.0.0.1 with a /30 mask. This is the link to ISP_A, whose side will be 200.0.0.2.</a:t>
          </a:r>
          <a:endParaRPr lang="en-US"/>
        </a:p>
      </dgm:t>
    </dgm:pt>
    <dgm:pt modelId="{9619AAA5-BC15-4A3E-AC69-6424DDCE0C46}" type="parTrans" cxnId="{3A0F00FF-956B-49F3-B9B5-499E4C80E7BE}">
      <dgm:prSet/>
      <dgm:spPr/>
      <dgm:t>
        <a:bodyPr/>
        <a:lstStyle/>
        <a:p>
          <a:endParaRPr lang="en-US"/>
        </a:p>
      </dgm:t>
    </dgm:pt>
    <dgm:pt modelId="{8FB7754C-EAC1-41C5-9135-B7617B0F9F95}" type="sibTrans" cxnId="{3A0F00FF-956B-49F3-B9B5-499E4C80E7BE}">
      <dgm:prSet/>
      <dgm:spPr/>
      <dgm:t>
        <a:bodyPr/>
        <a:lstStyle/>
        <a:p>
          <a:endParaRPr lang="en-US"/>
        </a:p>
      </dgm:t>
    </dgm:pt>
    <dgm:pt modelId="{89003FA3-8B05-486D-A136-EB5D16906B83}">
      <dgm:prSet/>
      <dgm:spPr/>
      <dgm:t>
        <a:bodyPr/>
        <a:lstStyle/>
        <a:p>
          <a:pPr rtl="0"/>
          <a:r>
            <a:rPr lang="en-US" smtClean="0"/>
            <a:t>Default route: Any traffic DHAKA doesn’t know where to send goes to 200.0.0.2 (ISP_A). This is how your LANs will reach the internet or other sites.</a:t>
          </a:r>
          <a:endParaRPr lang="en-US"/>
        </a:p>
      </dgm:t>
    </dgm:pt>
    <dgm:pt modelId="{7FA6F46A-4214-4F91-AFC8-B8F34301519B}" type="parTrans" cxnId="{6663E9C9-7A94-4361-9D4D-BBA4FA2CA533}">
      <dgm:prSet/>
      <dgm:spPr/>
      <dgm:t>
        <a:bodyPr/>
        <a:lstStyle/>
        <a:p>
          <a:endParaRPr lang="en-US"/>
        </a:p>
      </dgm:t>
    </dgm:pt>
    <dgm:pt modelId="{12FCB5B9-C532-49EC-80D7-F21218534536}" type="sibTrans" cxnId="{6663E9C9-7A94-4361-9D4D-BBA4FA2CA533}">
      <dgm:prSet/>
      <dgm:spPr/>
      <dgm:t>
        <a:bodyPr/>
        <a:lstStyle/>
        <a:p>
          <a:endParaRPr lang="en-US"/>
        </a:p>
      </dgm:t>
    </dgm:pt>
    <dgm:pt modelId="{DFCDB82E-7468-4EC2-AF17-252420F0F7AF}" type="pres">
      <dgm:prSet presAssocID="{E3B66407-0B2E-4DDE-BBE1-392AA254611A}" presName="linear" presStyleCnt="0">
        <dgm:presLayoutVars>
          <dgm:animLvl val="lvl"/>
          <dgm:resizeHandles val="exact"/>
        </dgm:presLayoutVars>
      </dgm:prSet>
      <dgm:spPr/>
      <dgm:t>
        <a:bodyPr/>
        <a:lstStyle/>
        <a:p>
          <a:endParaRPr lang="en-US"/>
        </a:p>
      </dgm:t>
    </dgm:pt>
    <dgm:pt modelId="{9587954C-6481-472F-A8CD-1011770AB2AC}" type="pres">
      <dgm:prSet presAssocID="{B8DC272A-071A-4E74-BF7F-FF6EB357B797}" presName="parentText" presStyleLbl="node1" presStyleIdx="0" presStyleCnt="2" custLinFactNeighborX="-3297" custLinFactNeighborY="-13629">
        <dgm:presLayoutVars>
          <dgm:chMax val="0"/>
          <dgm:bulletEnabled val="1"/>
        </dgm:presLayoutVars>
      </dgm:prSet>
      <dgm:spPr/>
      <dgm:t>
        <a:bodyPr/>
        <a:lstStyle/>
        <a:p>
          <a:endParaRPr lang="en-US"/>
        </a:p>
      </dgm:t>
    </dgm:pt>
    <dgm:pt modelId="{8A71AC6E-A4DB-463E-8A82-1A28212E7074}" type="pres">
      <dgm:prSet presAssocID="{8FB7754C-EAC1-41C5-9135-B7617B0F9F95}" presName="spacer" presStyleCnt="0"/>
      <dgm:spPr/>
    </dgm:pt>
    <dgm:pt modelId="{52ABFD45-3E4D-4BAC-9C2D-D41C28C15EA5}" type="pres">
      <dgm:prSet presAssocID="{89003FA3-8B05-486D-A136-EB5D16906B83}" presName="parentText" presStyleLbl="node1" presStyleIdx="1" presStyleCnt="2">
        <dgm:presLayoutVars>
          <dgm:chMax val="0"/>
          <dgm:bulletEnabled val="1"/>
        </dgm:presLayoutVars>
      </dgm:prSet>
      <dgm:spPr/>
      <dgm:t>
        <a:bodyPr/>
        <a:lstStyle/>
        <a:p>
          <a:endParaRPr lang="en-US"/>
        </a:p>
      </dgm:t>
    </dgm:pt>
  </dgm:ptLst>
  <dgm:cxnLst>
    <dgm:cxn modelId="{3A0F00FF-956B-49F3-B9B5-499E4C80E7BE}" srcId="{E3B66407-0B2E-4DDE-BBE1-392AA254611A}" destId="{B8DC272A-071A-4E74-BF7F-FF6EB357B797}" srcOrd="0" destOrd="0" parTransId="{9619AAA5-BC15-4A3E-AC69-6424DDCE0C46}" sibTransId="{8FB7754C-EAC1-41C5-9135-B7617B0F9F95}"/>
    <dgm:cxn modelId="{C2429512-DBB8-49B3-AAAF-D2922C26A46D}" type="presOf" srcId="{E3B66407-0B2E-4DDE-BBE1-392AA254611A}" destId="{DFCDB82E-7468-4EC2-AF17-252420F0F7AF}" srcOrd="0" destOrd="0" presId="urn:microsoft.com/office/officeart/2005/8/layout/vList2"/>
    <dgm:cxn modelId="{81489381-02DF-4E36-B4A5-67090A4D2873}" type="presOf" srcId="{89003FA3-8B05-486D-A136-EB5D16906B83}" destId="{52ABFD45-3E4D-4BAC-9C2D-D41C28C15EA5}" srcOrd="0" destOrd="0" presId="urn:microsoft.com/office/officeart/2005/8/layout/vList2"/>
    <dgm:cxn modelId="{C52F9AFC-676D-4B3E-A941-3DB6E334CCD1}" type="presOf" srcId="{B8DC272A-071A-4E74-BF7F-FF6EB357B797}" destId="{9587954C-6481-472F-A8CD-1011770AB2AC}" srcOrd="0" destOrd="0" presId="urn:microsoft.com/office/officeart/2005/8/layout/vList2"/>
    <dgm:cxn modelId="{6663E9C9-7A94-4361-9D4D-BBA4FA2CA533}" srcId="{E3B66407-0B2E-4DDE-BBE1-392AA254611A}" destId="{89003FA3-8B05-486D-A136-EB5D16906B83}" srcOrd="1" destOrd="0" parTransId="{7FA6F46A-4214-4F91-AFC8-B8F34301519B}" sibTransId="{12FCB5B9-C532-49EC-80D7-F21218534536}"/>
    <dgm:cxn modelId="{C26620DE-3F18-46AC-8629-E5A04D38BEB4}" type="presParOf" srcId="{DFCDB82E-7468-4EC2-AF17-252420F0F7AF}" destId="{9587954C-6481-472F-A8CD-1011770AB2AC}" srcOrd="0" destOrd="0" presId="urn:microsoft.com/office/officeart/2005/8/layout/vList2"/>
    <dgm:cxn modelId="{AFDA0867-BB03-4558-A6E2-67FBD8267755}" type="presParOf" srcId="{DFCDB82E-7468-4EC2-AF17-252420F0F7AF}" destId="{8A71AC6E-A4DB-463E-8A82-1A28212E7074}" srcOrd="1" destOrd="0" presId="urn:microsoft.com/office/officeart/2005/8/layout/vList2"/>
    <dgm:cxn modelId="{73FA37E8-5070-48D0-9DA4-4B745B5BC0AD}" type="presParOf" srcId="{DFCDB82E-7468-4EC2-AF17-252420F0F7AF}" destId="{52ABFD45-3E4D-4BAC-9C2D-D41C28C15EA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79E4CF7-F6D9-4845-B3DE-6B96F18A1F9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D2A41B0-AB21-4D82-8781-B6B588B794E0}">
      <dgm:prSet/>
      <dgm:spPr/>
      <dgm:t>
        <a:bodyPr/>
        <a:lstStyle/>
        <a:p>
          <a:pPr rtl="0"/>
          <a:r>
            <a:rPr lang="en-US" smtClean="0"/>
            <a:t>ACL 10: It lists the networks allowed to use NAT: 192.168.10.0, 20.0, and 30.0 (IT, HR, Sales)</a:t>
          </a:r>
          <a:endParaRPr lang="en-US"/>
        </a:p>
      </dgm:t>
    </dgm:pt>
    <dgm:pt modelId="{74CE455F-06C7-4B24-A50E-783421A5438B}" type="parTrans" cxnId="{DBB1D564-A974-4436-820F-9724703DC435}">
      <dgm:prSet/>
      <dgm:spPr/>
      <dgm:t>
        <a:bodyPr/>
        <a:lstStyle/>
        <a:p>
          <a:endParaRPr lang="en-US"/>
        </a:p>
      </dgm:t>
    </dgm:pt>
    <dgm:pt modelId="{C4C4A13E-B41F-43D9-8186-342C19B62828}" type="sibTrans" cxnId="{DBB1D564-A974-4436-820F-9724703DC435}">
      <dgm:prSet/>
      <dgm:spPr/>
      <dgm:t>
        <a:bodyPr/>
        <a:lstStyle/>
        <a:p>
          <a:endParaRPr lang="en-US"/>
        </a:p>
      </dgm:t>
    </dgm:pt>
    <dgm:pt modelId="{28F544D8-43F8-4EA3-8CE4-4FB485294F07}">
      <dgm:prSet/>
      <dgm:spPr/>
      <dgm:t>
        <a:bodyPr/>
        <a:lstStyle/>
        <a:p>
          <a:pPr rtl="0"/>
          <a:r>
            <a:rPr lang="en-US" dirty="0" smtClean="0"/>
            <a:t>NAT pool: natp1 has only one public IP, 200.0.0.1, which is DHAKA’s own Gi0/1 address.</a:t>
          </a:r>
          <a:endParaRPr lang="en-US" dirty="0"/>
        </a:p>
      </dgm:t>
    </dgm:pt>
    <dgm:pt modelId="{5BA4E838-E477-419C-B184-B50C2ECC490C}" type="parTrans" cxnId="{3D3D15D3-ABE9-4895-9C77-F75DE1A7CFD3}">
      <dgm:prSet/>
      <dgm:spPr/>
      <dgm:t>
        <a:bodyPr/>
        <a:lstStyle/>
        <a:p>
          <a:endParaRPr lang="en-US"/>
        </a:p>
      </dgm:t>
    </dgm:pt>
    <dgm:pt modelId="{CC78184F-1EC6-475A-94C8-BED6B8C870FA}" type="sibTrans" cxnId="{3D3D15D3-ABE9-4895-9C77-F75DE1A7CFD3}">
      <dgm:prSet/>
      <dgm:spPr/>
      <dgm:t>
        <a:bodyPr/>
        <a:lstStyle/>
        <a:p>
          <a:endParaRPr lang="en-US"/>
        </a:p>
      </dgm:t>
    </dgm:pt>
    <dgm:pt modelId="{CF7EDD7D-A6AB-4DCD-B921-0679ED62A04E}" type="pres">
      <dgm:prSet presAssocID="{B79E4CF7-F6D9-4845-B3DE-6B96F18A1F98}" presName="linear" presStyleCnt="0">
        <dgm:presLayoutVars>
          <dgm:animLvl val="lvl"/>
          <dgm:resizeHandles val="exact"/>
        </dgm:presLayoutVars>
      </dgm:prSet>
      <dgm:spPr/>
      <dgm:t>
        <a:bodyPr/>
        <a:lstStyle/>
        <a:p>
          <a:endParaRPr lang="en-US"/>
        </a:p>
      </dgm:t>
    </dgm:pt>
    <dgm:pt modelId="{7C2949C0-E853-415E-BED9-943463D6560D}" type="pres">
      <dgm:prSet presAssocID="{9D2A41B0-AB21-4D82-8781-B6B588B794E0}" presName="parentText" presStyleLbl="node1" presStyleIdx="0" presStyleCnt="2" custLinFactNeighborX="-280" custLinFactNeighborY="-56421">
        <dgm:presLayoutVars>
          <dgm:chMax val="0"/>
          <dgm:bulletEnabled val="1"/>
        </dgm:presLayoutVars>
      </dgm:prSet>
      <dgm:spPr/>
      <dgm:t>
        <a:bodyPr/>
        <a:lstStyle/>
        <a:p>
          <a:endParaRPr lang="en-US"/>
        </a:p>
      </dgm:t>
    </dgm:pt>
    <dgm:pt modelId="{F26EF29D-0D4C-4352-87CC-07BAB6BCEFE9}" type="pres">
      <dgm:prSet presAssocID="{C4C4A13E-B41F-43D9-8186-342C19B62828}" presName="spacer" presStyleCnt="0"/>
      <dgm:spPr/>
    </dgm:pt>
    <dgm:pt modelId="{A11D53D7-8090-493A-92A9-C1DC3EDAC13C}" type="pres">
      <dgm:prSet presAssocID="{28F544D8-43F8-4EA3-8CE4-4FB485294F07}" presName="parentText" presStyleLbl="node1" presStyleIdx="1" presStyleCnt="2">
        <dgm:presLayoutVars>
          <dgm:chMax val="0"/>
          <dgm:bulletEnabled val="1"/>
        </dgm:presLayoutVars>
      </dgm:prSet>
      <dgm:spPr/>
      <dgm:t>
        <a:bodyPr/>
        <a:lstStyle/>
        <a:p>
          <a:endParaRPr lang="en-US"/>
        </a:p>
      </dgm:t>
    </dgm:pt>
  </dgm:ptLst>
  <dgm:cxnLst>
    <dgm:cxn modelId="{808EF357-B8E6-42C2-95A0-E808A5EBA9F1}" type="presOf" srcId="{9D2A41B0-AB21-4D82-8781-B6B588B794E0}" destId="{7C2949C0-E853-415E-BED9-943463D6560D}" srcOrd="0" destOrd="0" presId="urn:microsoft.com/office/officeart/2005/8/layout/vList2"/>
    <dgm:cxn modelId="{3D3D15D3-ABE9-4895-9C77-F75DE1A7CFD3}" srcId="{B79E4CF7-F6D9-4845-B3DE-6B96F18A1F98}" destId="{28F544D8-43F8-4EA3-8CE4-4FB485294F07}" srcOrd="1" destOrd="0" parTransId="{5BA4E838-E477-419C-B184-B50C2ECC490C}" sibTransId="{CC78184F-1EC6-475A-94C8-BED6B8C870FA}"/>
    <dgm:cxn modelId="{737E1426-51BA-49C0-86A8-8A595DBE5265}" type="presOf" srcId="{B79E4CF7-F6D9-4845-B3DE-6B96F18A1F98}" destId="{CF7EDD7D-A6AB-4DCD-B921-0679ED62A04E}" srcOrd="0" destOrd="0" presId="urn:microsoft.com/office/officeart/2005/8/layout/vList2"/>
    <dgm:cxn modelId="{924CC20D-A4B7-47CB-8A9D-8DDBC86D6DCA}" type="presOf" srcId="{28F544D8-43F8-4EA3-8CE4-4FB485294F07}" destId="{A11D53D7-8090-493A-92A9-C1DC3EDAC13C}" srcOrd="0" destOrd="0" presId="urn:microsoft.com/office/officeart/2005/8/layout/vList2"/>
    <dgm:cxn modelId="{DBB1D564-A974-4436-820F-9724703DC435}" srcId="{B79E4CF7-F6D9-4845-B3DE-6B96F18A1F98}" destId="{9D2A41B0-AB21-4D82-8781-B6B588B794E0}" srcOrd="0" destOrd="0" parTransId="{74CE455F-06C7-4B24-A50E-783421A5438B}" sibTransId="{C4C4A13E-B41F-43D9-8186-342C19B62828}"/>
    <dgm:cxn modelId="{77577679-AD56-46D1-80E4-FB49D7FC005E}" type="presParOf" srcId="{CF7EDD7D-A6AB-4DCD-B921-0679ED62A04E}" destId="{7C2949C0-E853-415E-BED9-943463D6560D}" srcOrd="0" destOrd="0" presId="urn:microsoft.com/office/officeart/2005/8/layout/vList2"/>
    <dgm:cxn modelId="{4A15B9AF-AF02-4AC0-81FF-01D701B56F59}" type="presParOf" srcId="{CF7EDD7D-A6AB-4DCD-B921-0679ED62A04E}" destId="{F26EF29D-0D4C-4352-87CC-07BAB6BCEFE9}" srcOrd="1" destOrd="0" presId="urn:microsoft.com/office/officeart/2005/8/layout/vList2"/>
    <dgm:cxn modelId="{A7AF16CB-F612-4B88-A2E0-C32E549D21E8}" type="presParOf" srcId="{CF7EDD7D-A6AB-4DCD-B921-0679ED62A04E}" destId="{A11D53D7-8090-493A-92A9-C1DC3EDAC13C}"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BFC9BB7D-F891-49B1-BB88-09E4A759786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F8B0619-6203-40C7-A597-07C1C72F4774}">
      <dgm:prSet/>
      <dgm:spPr/>
      <dgm:t>
        <a:bodyPr/>
        <a:lstStyle/>
        <a:p>
          <a:pPr rtl="0"/>
          <a:r>
            <a:rPr lang="en-US" dirty="0" smtClean="0"/>
            <a:t>Overload: overload is what makes it PAT. Many PCs share that one public IP, and the router tells them apart by port numbers.</a:t>
          </a:r>
          <a:endParaRPr lang="en-US" dirty="0"/>
        </a:p>
      </dgm:t>
    </dgm:pt>
    <dgm:pt modelId="{EDC0D22C-602E-4828-B2E6-74F2B7397847}" type="parTrans" cxnId="{63D2740F-35AE-4DCD-BF3C-8D7A9A94E93D}">
      <dgm:prSet/>
      <dgm:spPr/>
      <dgm:t>
        <a:bodyPr/>
        <a:lstStyle/>
        <a:p>
          <a:endParaRPr lang="en-US"/>
        </a:p>
      </dgm:t>
    </dgm:pt>
    <dgm:pt modelId="{832ED8BA-4C13-4586-B4C6-3B212A72375B}" type="sibTrans" cxnId="{63D2740F-35AE-4DCD-BF3C-8D7A9A94E93D}">
      <dgm:prSet/>
      <dgm:spPr/>
      <dgm:t>
        <a:bodyPr/>
        <a:lstStyle/>
        <a:p>
          <a:endParaRPr lang="en-US"/>
        </a:p>
      </dgm:t>
    </dgm:pt>
    <dgm:pt modelId="{242583CA-969F-453E-9DFB-31668F2B4356}">
      <dgm:prSet/>
      <dgm:spPr/>
      <dgm:t>
        <a:bodyPr/>
        <a:lstStyle/>
        <a:p>
          <a:pPr rtl="0"/>
          <a:r>
            <a:rPr lang="en-US" smtClean="0"/>
            <a:t>Interfaces: Gi0/0 (toward SW1) is marked ip nat inside, and Gi0/1 (toward the ISP) is marked ip nat outside.</a:t>
          </a:r>
          <a:endParaRPr lang="en-US"/>
        </a:p>
      </dgm:t>
    </dgm:pt>
    <dgm:pt modelId="{88D93FFA-767E-48B1-92E6-E42ED84BE2A4}" type="parTrans" cxnId="{699EA773-840E-4318-99F6-41737031EBA5}">
      <dgm:prSet/>
      <dgm:spPr/>
      <dgm:t>
        <a:bodyPr/>
        <a:lstStyle/>
        <a:p>
          <a:endParaRPr lang="en-US"/>
        </a:p>
      </dgm:t>
    </dgm:pt>
    <dgm:pt modelId="{19867405-F4FA-4335-A044-322B60BC2F17}" type="sibTrans" cxnId="{699EA773-840E-4318-99F6-41737031EBA5}">
      <dgm:prSet/>
      <dgm:spPr/>
      <dgm:t>
        <a:bodyPr/>
        <a:lstStyle/>
        <a:p>
          <a:endParaRPr lang="en-US"/>
        </a:p>
      </dgm:t>
    </dgm:pt>
    <dgm:pt modelId="{3163DA00-6485-439F-ACBC-00D956599C4A}" type="pres">
      <dgm:prSet presAssocID="{BFC9BB7D-F891-49B1-BB88-09E4A7597863}" presName="linear" presStyleCnt="0">
        <dgm:presLayoutVars>
          <dgm:animLvl val="lvl"/>
          <dgm:resizeHandles val="exact"/>
        </dgm:presLayoutVars>
      </dgm:prSet>
      <dgm:spPr/>
      <dgm:t>
        <a:bodyPr/>
        <a:lstStyle/>
        <a:p>
          <a:endParaRPr lang="en-US"/>
        </a:p>
      </dgm:t>
    </dgm:pt>
    <dgm:pt modelId="{25AC5356-07FC-4E96-84E0-FBA0ABA81A3C}" type="pres">
      <dgm:prSet presAssocID="{BF8B0619-6203-40C7-A597-07C1C72F4774}" presName="parentText" presStyleLbl="node1" presStyleIdx="0" presStyleCnt="2">
        <dgm:presLayoutVars>
          <dgm:chMax val="0"/>
          <dgm:bulletEnabled val="1"/>
        </dgm:presLayoutVars>
      </dgm:prSet>
      <dgm:spPr/>
      <dgm:t>
        <a:bodyPr/>
        <a:lstStyle/>
        <a:p>
          <a:endParaRPr lang="en-US"/>
        </a:p>
      </dgm:t>
    </dgm:pt>
    <dgm:pt modelId="{6CD23D01-16F4-49ED-9499-CB4B018E4D9C}" type="pres">
      <dgm:prSet presAssocID="{832ED8BA-4C13-4586-B4C6-3B212A72375B}" presName="spacer" presStyleCnt="0"/>
      <dgm:spPr/>
    </dgm:pt>
    <dgm:pt modelId="{78192610-DC0F-420E-B53E-C5B1B2BA1C59}" type="pres">
      <dgm:prSet presAssocID="{242583CA-969F-453E-9DFB-31668F2B4356}" presName="parentText" presStyleLbl="node1" presStyleIdx="1" presStyleCnt="2">
        <dgm:presLayoutVars>
          <dgm:chMax val="0"/>
          <dgm:bulletEnabled val="1"/>
        </dgm:presLayoutVars>
      </dgm:prSet>
      <dgm:spPr/>
      <dgm:t>
        <a:bodyPr/>
        <a:lstStyle/>
        <a:p>
          <a:endParaRPr lang="en-US"/>
        </a:p>
      </dgm:t>
    </dgm:pt>
  </dgm:ptLst>
  <dgm:cxnLst>
    <dgm:cxn modelId="{699EA773-840E-4318-99F6-41737031EBA5}" srcId="{BFC9BB7D-F891-49B1-BB88-09E4A7597863}" destId="{242583CA-969F-453E-9DFB-31668F2B4356}" srcOrd="1" destOrd="0" parTransId="{88D93FFA-767E-48B1-92E6-E42ED84BE2A4}" sibTransId="{19867405-F4FA-4335-A044-322B60BC2F17}"/>
    <dgm:cxn modelId="{C952F9C3-861D-4889-AFB9-1CB8B23D43B6}" type="presOf" srcId="{BFC9BB7D-F891-49B1-BB88-09E4A7597863}" destId="{3163DA00-6485-439F-ACBC-00D956599C4A}" srcOrd="0" destOrd="0" presId="urn:microsoft.com/office/officeart/2005/8/layout/vList2"/>
    <dgm:cxn modelId="{94A0FCD6-6392-4712-A680-7D0F0B2BEE96}" type="presOf" srcId="{BF8B0619-6203-40C7-A597-07C1C72F4774}" destId="{25AC5356-07FC-4E96-84E0-FBA0ABA81A3C}" srcOrd="0" destOrd="0" presId="urn:microsoft.com/office/officeart/2005/8/layout/vList2"/>
    <dgm:cxn modelId="{63D2740F-35AE-4DCD-BF3C-8D7A9A94E93D}" srcId="{BFC9BB7D-F891-49B1-BB88-09E4A7597863}" destId="{BF8B0619-6203-40C7-A597-07C1C72F4774}" srcOrd="0" destOrd="0" parTransId="{EDC0D22C-602E-4828-B2E6-74F2B7397847}" sibTransId="{832ED8BA-4C13-4586-B4C6-3B212A72375B}"/>
    <dgm:cxn modelId="{1E2E4790-C577-4A10-A1F3-83F3505F6C47}" type="presOf" srcId="{242583CA-969F-453E-9DFB-31668F2B4356}" destId="{78192610-DC0F-420E-B53E-C5B1B2BA1C59}" srcOrd="0" destOrd="0" presId="urn:microsoft.com/office/officeart/2005/8/layout/vList2"/>
    <dgm:cxn modelId="{4D0FA3E8-E7DC-4F49-9570-1CAB45B640CE}" type="presParOf" srcId="{3163DA00-6485-439F-ACBC-00D956599C4A}" destId="{25AC5356-07FC-4E96-84E0-FBA0ABA81A3C}" srcOrd="0" destOrd="0" presId="urn:microsoft.com/office/officeart/2005/8/layout/vList2"/>
    <dgm:cxn modelId="{0B20A45A-1021-4F81-AF98-39A0DE8147E1}" type="presParOf" srcId="{3163DA00-6485-439F-ACBC-00D956599C4A}" destId="{6CD23D01-16F4-49ED-9499-CB4B018E4D9C}" srcOrd="1" destOrd="0" presId="urn:microsoft.com/office/officeart/2005/8/layout/vList2"/>
    <dgm:cxn modelId="{84080650-18A7-414E-B0DA-BD609B6996CB}" type="presParOf" srcId="{3163DA00-6485-439F-ACBC-00D956599C4A}" destId="{78192610-DC0F-420E-B53E-C5B1B2BA1C59}"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A930268-7522-4360-B11B-0C26D6DC6CF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A67B491-C3C2-4A52-95AC-834CFD5EB90F}">
      <dgm:prSet/>
      <dgm:spPr/>
      <dgm:t>
        <a:bodyPr/>
        <a:lstStyle/>
        <a:p>
          <a:pPr rtl="0"/>
          <a:r>
            <a:rPr lang="en-US" smtClean="0"/>
            <a:t>Gi0/1: IP 200.0.0.2 with a /30 mask. This is the link to DHAKA (200.0.0.1).</a:t>
          </a:r>
          <a:endParaRPr lang="en-US"/>
        </a:p>
      </dgm:t>
    </dgm:pt>
    <dgm:pt modelId="{1248D5ED-CC71-47A0-A284-DC5AA8867F0D}" type="parTrans" cxnId="{0B053DAD-3430-4C9C-9D42-2627D0755FA9}">
      <dgm:prSet/>
      <dgm:spPr/>
      <dgm:t>
        <a:bodyPr/>
        <a:lstStyle/>
        <a:p>
          <a:endParaRPr lang="en-US"/>
        </a:p>
      </dgm:t>
    </dgm:pt>
    <dgm:pt modelId="{A523AF8E-5BC7-4558-8E95-0183DFB90C86}" type="sibTrans" cxnId="{0B053DAD-3430-4C9C-9D42-2627D0755FA9}">
      <dgm:prSet/>
      <dgm:spPr/>
      <dgm:t>
        <a:bodyPr/>
        <a:lstStyle/>
        <a:p>
          <a:endParaRPr lang="en-US"/>
        </a:p>
      </dgm:t>
    </dgm:pt>
    <dgm:pt modelId="{247FD4DB-3D15-478C-A55D-DCD494AE518B}">
      <dgm:prSet/>
      <dgm:spPr/>
      <dgm:t>
        <a:bodyPr/>
        <a:lstStyle/>
        <a:p>
          <a:pPr rtl="0"/>
          <a:r>
            <a:rPr lang="en-US" smtClean="0"/>
            <a:t>Gi0/0: IP 11.10.10.1 with a /30 mask. This is the link toward IIG, whose side will be 11.10.10.2.</a:t>
          </a:r>
          <a:endParaRPr lang="en-US"/>
        </a:p>
      </dgm:t>
    </dgm:pt>
    <dgm:pt modelId="{CFCFA5F8-5C8F-43D9-A6C8-22A10930AA4C}" type="parTrans" cxnId="{26D35F56-AEF0-461E-BC70-7A3C3C2107F3}">
      <dgm:prSet/>
      <dgm:spPr/>
      <dgm:t>
        <a:bodyPr/>
        <a:lstStyle/>
        <a:p>
          <a:endParaRPr lang="en-US"/>
        </a:p>
      </dgm:t>
    </dgm:pt>
    <dgm:pt modelId="{CF2F459E-746E-4478-BD86-E93A9B522777}" type="sibTrans" cxnId="{26D35F56-AEF0-461E-BC70-7A3C3C2107F3}">
      <dgm:prSet/>
      <dgm:spPr/>
      <dgm:t>
        <a:bodyPr/>
        <a:lstStyle/>
        <a:p>
          <a:endParaRPr lang="en-US"/>
        </a:p>
      </dgm:t>
    </dgm:pt>
    <dgm:pt modelId="{95ED3515-2EC3-481C-9AAC-CE8CF6CBE992}">
      <dgm:prSet/>
      <dgm:spPr/>
      <dgm:t>
        <a:bodyPr/>
        <a:lstStyle/>
        <a:p>
          <a:pPr rtl="0"/>
          <a:r>
            <a:rPr lang="en-US" smtClean="0"/>
            <a:t>Default route: Anything ISP_A doesn’t know goes to 11.10.10.2 (IIG), so DHAKA’s traffic can continue toward the wider internet.</a:t>
          </a:r>
          <a:endParaRPr lang="en-US"/>
        </a:p>
      </dgm:t>
    </dgm:pt>
    <dgm:pt modelId="{37EEEDD3-D3EE-401C-8016-EB31060D2A34}" type="parTrans" cxnId="{739AA5E4-366B-4610-A05E-F843D9C8F1BF}">
      <dgm:prSet/>
      <dgm:spPr/>
      <dgm:t>
        <a:bodyPr/>
        <a:lstStyle/>
        <a:p>
          <a:endParaRPr lang="en-US"/>
        </a:p>
      </dgm:t>
    </dgm:pt>
    <dgm:pt modelId="{76E64444-C7C9-40CC-910B-34C6028321C9}" type="sibTrans" cxnId="{739AA5E4-366B-4610-A05E-F843D9C8F1BF}">
      <dgm:prSet/>
      <dgm:spPr/>
      <dgm:t>
        <a:bodyPr/>
        <a:lstStyle/>
        <a:p>
          <a:endParaRPr lang="en-US"/>
        </a:p>
      </dgm:t>
    </dgm:pt>
    <dgm:pt modelId="{88A8A659-5078-4719-BD31-917D98959FB4}" type="pres">
      <dgm:prSet presAssocID="{3A930268-7522-4360-B11B-0C26D6DC6CF1}" presName="linear" presStyleCnt="0">
        <dgm:presLayoutVars>
          <dgm:animLvl val="lvl"/>
          <dgm:resizeHandles val="exact"/>
        </dgm:presLayoutVars>
      </dgm:prSet>
      <dgm:spPr/>
      <dgm:t>
        <a:bodyPr/>
        <a:lstStyle/>
        <a:p>
          <a:endParaRPr lang="en-US"/>
        </a:p>
      </dgm:t>
    </dgm:pt>
    <dgm:pt modelId="{A62A1E42-838B-48F8-910E-FB0FC6A4AB9A}" type="pres">
      <dgm:prSet presAssocID="{6A67B491-C3C2-4A52-95AC-834CFD5EB90F}" presName="parentText" presStyleLbl="node1" presStyleIdx="0" presStyleCnt="3">
        <dgm:presLayoutVars>
          <dgm:chMax val="0"/>
          <dgm:bulletEnabled val="1"/>
        </dgm:presLayoutVars>
      </dgm:prSet>
      <dgm:spPr/>
      <dgm:t>
        <a:bodyPr/>
        <a:lstStyle/>
        <a:p>
          <a:endParaRPr lang="en-US"/>
        </a:p>
      </dgm:t>
    </dgm:pt>
    <dgm:pt modelId="{46E6C23F-E0D7-4FAF-B118-6BA1D05DD920}" type="pres">
      <dgm:prSet presAssocID="{A523AF8E-5BC7-4558-8E95-0183DFB90C86}" presName="spacer" presStyleCnt="0"/>
      <dgm:spPr/>
    </dgm:pt>
    <dgm:pt modelId="{1CF5A0E1-1CDA-4246-A590-A608FAE69A20}" type="pres">
      <dgm:prSet presAssocID="{247FD4DB-3D15-478C-A55D-DCD494AE518B}" presName="parentText" presStyleLbl="node1" presStyleIdx="1" presStyleCnt="3">
        <dgm:presLayoutVars>
          <dgm:chMax val="0"/>
          <dgm:bulletEnabled val="1"/>
        </dgm:presLayoutVars>
      </dgm:prSet>
      <dgm:spPr/>
      <dgm:t>
        <a:bodyPr/>
        <a:lstStyle/>
        <a:p>
          <a:endParaRPr lang="en-US"/>
        </a:p>
      </dgm:t>
    </dgm:pt>
    <dgm:pt modelId="{2DAF0336-C262-4A26-AB44-2D9B876D81D6}" type="pres">
      <dgm:prSet presAssocID="{CF2F459E-746E-4478-BD86-E93A9B522777}" presName="spacer" presStyleCnt="0"/>
      <dgm:spPr/>
    </dgm:pt>
    <dgm:pt modelId="{E6E0FBAF-968F-4B5C-8323-7D030632286D}" type="pres">
      <dgm:prSet presAssocID="{95ED3515-2EC3-481C-9AAC-CE8CF6CBE992}" presName="parentText" presStyleLbl="node1" presStyleIdx="2" presStyleCnt="3">
        <dgm:presLayoutVars>
          <dgm:chMax val="0"/>
          <dgm:bulletEnabled val="1"/>
        </dgm:presLayoutVars>
      </dgm:prSet>
      <dgm:spPr/>
      <dgm:t>
        <a:bodyPr/>
        <a:lstStyle/>
        <a:p>
          <a:endParaRPr lang="en-US"/>
        </a:p>
      </dgm:t>
    </dgm:pt>
  </dgm:ptLst>
  <dgm:cxnLst>
    <dgm:cxn modelId="{D15BAA1A-AF18-4C43-9971-5A799F6EF852}" type="presOf" srcId="{3A930268-7522-4360-B11B-0C26D6DC6CF1}" destId="{88A8A659-5078-4719-BD31-917D98959FB4}" srcOrd="0" destOrd="0" presId="urn:microsoft.com/office/officeart/2005/8/layout/vList2"/>
    <dgm:cxn modelId="{0B053DAD-3430-4C9C-9D42-2627D0755FA9}" srcId="{3A930268-7522-4360-B11B-0C26D6DC6CF1}" destId="{6A67B491-C3C2-4A52-95AC-834CFD5EB90F}" srcOrd="0" destOrd="0" parTransId="{1248D5ED-CC71-47A0-A284-DC5AA8867F0D}" sibTransId="{A523AF8E-5BC7-4558-8E95-0183DFB90C86}"/>
    <dgm:cxn modelId="{739AA5E4-366B-4610-A05E-F843D9C8F1BF}" srcId="{3A930268-7522-4360-B11B-0C26D6DC6CF1}" destId="{95ED3515-2EC3-481C-9AAC-CE8CF6CBE992}" srcOrd="2" destOrd="0" parTransId="{37EEEDD3-D3EE-401C-8016-EB31060D2A34}" sibTransId="{76E64444-C7C9-40CC-910B-34C6028321C9}"/>
    <dgm:cxn modelId="{A3F5F12C-46CA-4DAB-B5C0-201022486639}" type="presOf" srcId="{247FD4DB-3D15-478C-A55D-DCD494AE518B}" destId="{1CF5A0E1-1CDA-4246-A590-A608FAE69A20}" srcOrd="0" destOrd="0" presId="urn:microsoft.com/office/officeart/2005/8/layout/vList2"/>
    <dgm:cxn modelId="{26D35F56-AEF0-461E-BC70-7A3C3C2107F3}" srcId="{3A930268-7522-4360-B11B-0C26D6DC6CF1}" destId="{247FD4DB-3D15-478C-A55D-DCD494AE518B}" srcOrd="1" destOrd="0" parTransId="{CFCFA5F8-5C8F-43D9-A6C8-22A10930AA4C}" sibTransId="{CF2F459E-746E-4478-BD86-E93A9B522777}"/>
    <dgm:cxn modelId="{6CA5EB65-4F9C-469B-8D59-1C4A4432EB5C}" type="presOf" srcId="{6A67B491-C3C2-4A52-95AC-834CFD5EB90F}" destId="{A62A1E42-838B-48F8-910E-FB0FC6A4AB9A}" srcOrd="0" destOrd="0" presId="urn:microsoft.com/office/officeart/2005/8/layout/vList2"/>
    <dgm:cxn modelId="{5ABF5A32-BA0E-4854-A31D-43E7E61E7539}" type="presOf" srcId="{95ED3515-2EC3-481C-9AAC-CE8CF6CBE992}" destId="{E6E0FBAF-968F-4B5C-8323-7D030632286D}" srcOrd="0" destOrd="0" presId="urn:microsoft.com/office/officeart/2005/8/layout/vList2"/>
    <dgm:cxn modelId="{61D05850-B393-413A-97F2-192523229E69}" type="presParOf" srcId="{88A8A659-5078-4719-BD31-917D98959FB4}" destId="{A62A1E42-838B-48F8-910E-FB0FC6A4AB9A}" srcOrd="0" destOrd="0" presId="urn:microsoft.com/office/officeart/2005/8/layout/vList2"/>
    <dgm:cxn modelId="{24C7FBB9-BEF5-4BDC-BB1D-505FDCADE6D8}" type="presParOf" srcId="{88A8A659-5078-4719-BD31-917D98959FB4}" destId="{46E6C23F-E0D7-4FAF-B118-6BA1D05DD920}" srcOrd="1" destOrd="0" presId="urn:microsoft.com/office/officeart/2005/8/layout/vList2"/>
    <dgm:cxn modelId="{195D7CC2-71E1-4920-880D-EA7F02FA3710}" type="presParOf" srcId="{88A8A659-5078-4719-BD31-917D98959FB4}" destId="{1CF5A0E1-1CDA-4246-A590-A608FAE69A20}" srcOrd="2" destOrd="0" presId="urn:microsoft.com/office/officeart/2005/8/layout/vList2"/>
    <dgm:cxn modelId="{FED0DBB5-A2BA-4782-93E8-61AC5A177A47}" type="presParOf" srcId="{88A8A659-5078-4719-BD31-917D98959FB4}" destId="{2DAF0336-C262-4A26-AB44-2D9B876D81D6}" srcOrd="3" destOrd="0" presId="urn:microsoft.com/office/officeart/2005/8/layout/vList2"/>
    <dgm:cxn modelId="{A7400611-3BD3-4F99-8084-4336033CD6E2}" type="presParOf" srcId="{88A8A659-5078-4719-BD31-917D98959FB4}" destId="{E6E0FBAF-968F-4B5C-8323-7D030632286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FA85282B-9B06-4B98-BCA2-3F89A103F80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0A7FE2E-FAD8-45B1-B699-9D4DEFDDFA95}">
      <dgm:prSet/>
      <dgm:spPr/>
      <dgm:t>
        <a:bodyPr/>
        <a:lstStyle/>
        <a:p>
          <a:pPr rtl="0"/>
          <a:r>
            <a:rPr lang="en-US" dirty="0" smtClean="0"/>
            <a:t>Gi0/1: We turned it on and gave it the IP 201.0.0.2 with a /30 mask. This is the link to ISP_C, whose side will be 201.0.0.1.</a:t>
          </a:r>
          <a:endParaRPr lang="en-US" dirty="0"/>
        </a:p>
      </dgm:t>
    </dgm:pt>
    <dgm:pt modelId="{107D7EB1-C770-4EE6-AB05-9034A4F55534}" type="parTrans" cxnId="{3A14E298-3EF9-4447-B40E-27E9A60B867F}">
      <dgm:prSet/>
      <dgm:spPr/>
      <dgm:t>
        <a:bodyPr/>
        <a:lstStyle/>
        <a:p>
          <a:endParaRPr lang="en-US"/>
        </a:p>
      </dgm:t>
    </dgm:pt>
    <dgm:pt modelId="{C408FFFA-4266-46B3-843B-D9F8E738320D}" type="sibTrans" cxnId="{3A14E298-3EF9-4447-B40E-27E9A60B867F}">
      <dgm:prSet/>
      <dgm:spPr/>
      <dgm:t>
        <a:bodyPr/>
        <a:lstStyle/>
        <a:p>
          <a:endParaRPr lang="en-US"/>
        </a:p>
      </dgm:t>
    </dgm:pt>
    <dgm:pt modelId="{58E76C17-65F2-49E3-A8C7-ACAF44F2FDCE}">
      <dgm:prSet/>
      <dgm:spPr/>
      <dgm:t>
        <a:bodyPr/>
        <a:lstStyle/>
        <a:p>
          <a:pPr rtl="0"/>
          <a:r>
            <a:rPr lang="en-US" smtClean="0"/>
            <a:t>Default route: Anything CUMILLA doesn’t know goes to 201.0.0.1 (ISP_C). This is how Sw3’s VLANs (192.168.50.0, 60.0, 70.0) will reach other sites and the internet.</a:t>
          </a:r>
          <a:endParaRPr lang="en-US"/>
        </a:p>
      </dgm:t>
    </dgm:pt>
    <dgm:pt modelId="{BA9B610F-D727-4A5F-887A-0094F53852E6}" type="parTrans" cxnId="{3B8CC5F5-32E1-4461-B78E-BB47E78EBCFE}">
      <dgm:prSet/>
      <dgm:spPr/>
      <dgm:t>
        <a:bodyPr/>
        <a:lstStyle/>
        <a:p>
          <a:endParaRPr lang="en-US"/>
        </a:p>
      </dgm:t>
    </dgm:pt>
    <dgm:pt modelId="{690958BE-31EC-4C64-88AE-0F9C84E3267F}" type="sibTrans" cxnId="{3B8CC5F5-32E1-4461-B78E-BB47E78EBCFE}">
      <dgm:prSet/>
      <dgm:spPr/>
      <dgm:t>
        <a:bodyPr/>
        <a:lstStyle/>
        <a:p>
          <a:endParaRPr lang="en-US"/>
        </a:p>
      </dgm:t>
    </dgm:pt>
    <dgm:pt modelId="{DD079D19-469F-4A7F-A557-6B2F80FC2394}" type="pres">
      <dgm:prSet presAssocID="{FA85282B-9B06-4B98-BCA2-3F89A103F803}" presName="linear" presStyleCnt="0">
        <dgm:presLayoutVars>
          <dgm:animLvl val="lvl"/>
          <dgm:resizeHandles val="exact"/>
        </dgm:presLayoutVars>
      </dgm:prSet>
      <dgm:spPr/>
      <dgm:t>
        <a:bodyPr/>
        <a:lstStyle/>
        <a:p>
          <a:endParaRPr lang="en-US"/>
        </a:p>
      </dgm:t>
    </dgm:pt>
    <dgm:pt modelId="{039F58D1-B869-4DE7-BA9F-FC6540527EF8}" type="pres">
      <dgm:prSet presAssocID="{30A7FE2E-FAD8-45B1-B699-9D4DEFDDFA95}" presName="parentText" presStyleLbl="node1" presStyleIdx="0" presStyleCnt="2">
        <dgm:presLayoutVars>
          <dgm:chMax val="0"/>
          <dgm:bulletEnabled val="1"/>
        </dgm:presLayoutVars>
      </dgm:prSet>
      <dgm:spPr/>
      <dgm:t>
        <a:bodyPr/>
        <a:lstStyle/>
        <a:p>
          <a:endParaRPr lang="en-US"/>
        </a:p>
      </dgm:t>
    </dgm:pt>
    <dgm:pt modelId="{50CB3EC0-3BBA-4E74-BCD7-3783A0352D2F}" type="pres">
      <dgm:prSet presAssocID="{C408FFFA-4266-46B3-843B-D9F8E738320D}" presName="spacer" presStyleCnt="0"/>
      <dgm:spPr/>
    </dgm:pt>
    <dgm:pt modelId="{D3FBE65C-2B73-46EA-843F-3CCF332872A8}" type="pres">
      <dgm:prSet presAssocID="{58E76C17-65F2-49E3-A8C7-ACAF44F2FDCE}" presName="parentText" presStyleLbl="node1" presStyleIdx="1" presStyleCnt="2">
        <dgm:presLayoutVars>
          <dgm:chMax val="0"/>
          <dgm:bulletEnabled val="1"/>
        </dgm:presLayoutVars>
      </dgm:prSet>
      <dgm:spPr/>
      <dgm:t>
        <a:bodyPr/>
        <a:lstStyle/>
        <a:p>
          <a:endParaRPr lang="en-US"/>
        </a:p>
      </dgm:t>
    </dgm:pt>
  </dgm:ptLst>
  <dgm:cxnLst>
    <dgm:cxn modelId="{3B8CC5F5-32E1-4461-B78E-BB47E78EBCFE}" srcId="{FA85282B-9B06-4B98-BCA2-3F89A103F803}" destId="{58E76C17-65F2-49E3-A8C7-ACAF44F2FDCE}" srcOrd="1" destOrd="0" parTransId="{BA9B610F-D727-4A5F-887A-0094F53852E6}" sibTransId="{690958BE-31EC-4C64-88AE-0F9C84E3267F}"/>
    <dgm:cxn modelId="{7801438E-0B18-4070-9CEF-354085C77A80}" type="presOf" srcId="{FA85282B-9B06-4B98-BCA2-3F89A103F803}" destId="{DD079D19-469F-4A7F-A557-6B2F80FC2394}" srcOrd="0" destOrd="0" presId="urn:microsoft.com/office/officeart/2005/8/layout/vList2"/>
    <dgm:cxn modelId="{87F16D0C-F275-4F06-8EF3-94CAA7BCCEEB}" type="presOf" srcId="{30A7FE2E-FAD8-45B1-B699-9D4DEFDDFA95}" destId="{039F58D1-B869-4DE7-BA9F-FC6540527EF8}" srcOrd="0" destOrd="0" presId="urn:microsoft.com/office/officeart/2005/8/layout/vList2"/>
    <dgm:cxn modelId="{EB408F06-EC23-4AB9-929D-5A623FCDA6F7}" type="presOf" srcId="{58E76C17-65F2-49E3-A8C7-ACAF44F2FDCE}" destId="{D3FBE65C-2B73-46EA-843F-3CCF332872A8}" srcOrd="0" destOrd="0" presId="urn:microsoft.com/office/officeart/2005/8/layout/vList2"/>
    <dgm:cxn modelId="{3A14E298-3EF9-4447-B40E-27E9A60B867F}" srcId="{FA85282B-9B06-4B98-BCA2-3F89A103F803}" destId="{30A7FE2E-FAD8-45B1-B699-9D4DEFDDFA95}" srcOrd="0" destOrd="0" parTransId="{107D7EB1-C770-4EE6-AB05-9034A4F55534}" sibTransId="{C408FFFA-4266-46B3-843B-D9F8E738320D}"/>
    <dgm:cxn modelId="{4C9B98D5-806C-4113-8D88-DF0240350544}" type="presParOf" srcId="{DD079D19-469F-4A7F-A557-6B2F80FC2394}" destId="{039F58D1-B869-4DE7-BA9F-FC6540527EF8}" srcOrd="0" destOrd="0" presId="urn:microsoft.com/office/officeart/2005/8/layout/vList2"/>
    <dgm:cxn modelId="{1DF1E2E3-69E9-472B-93F9-895A08F92A74}" type="presParOf" srcId="{DD079D19-469F-4A7F-A557-6B2F80FC2394}" destId="{50CB3EC0-3BBA-4E74-BCD7-3783A0352D2F}" srcOrd="1" destOrd="0" presId="urn:microsoft.com/office/officeart/2005/8/layout/vList2"/>
    <dgm:cxn modelId="{E61F8915-24BD-47EE-BC36-A37B11F5EB74}" type="presParOf" srcId="{DD079D19-469F-4A7F-A557-6B2F80FC2394}" destId="{D3FBE65C-2B73-46EA-843F-3CCF332872A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50944799-A3C3-4103-AB1E-4C9969FC26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9F75B12-3E0A-4204-A853-452292FFF163}">
      <dgm:prSet/>
      <dgm:spPr/>
      <dgm:t>
        <a:bodyPr/>
        <a:lstStyle/>
        <a:p>
          <a:pPr rtl="0"/>
          <a:r>
            <a:rPr lang="en-US" smtClean="0"/>
            <a:t>ACL 20: It allows the networks 192.168.50.0, 60.0, and 70.0 (Accounts, Marketing, IT) to use NAT.</a:t>
          </a:r>
          <a:endParaRPr lang="en-US"/>
        </a:p>
      </dgm:t>
    </dgm:pt>
    <dgm:pt modelId="{5577EE79-D97F-441C-A24B-CFD90AD32BB9}" type="parTrans" cxnId="{CDE88201-A0CD-405E-BE3F-7109D0EC5092}">
      <dgm:prSet/>
      <dgm:spPr/>
      <dgm:t>
        <a:bodyPr/>
        <a:lstStyle/>
        <a:p>
          <a:endParaRPr lang="en-US"/>
        </a:p>
      </dgm:t>
    </dgm:pt>
    <dgm:pt modelId="{3B922968-6967-4CBF-A36A-70AA7453424C}" type="sibTrans" cxnId="{CDE88201-A0CD-405E-BE3F-7109D0EC5092}">
      <dgm:prSet/>
      <dgm:spPr/>
      <dgm:t>
        <a:bodyPr/>
        <a:lstStyle/>
        <a:p>
          <a:endParaRPr lang="en-US"/>
        </a:p>
      </dgm:t>
    </dgm:pt>
    <dgm:pt modelId="{D803F7B5-E2CF-444F-AA67-DEFEEFBEFC93}">
      <dgm:prSet/>
      <dgm:spPr/>
      <dgm:t>
        <a:bodyPr/>
        <a:lstStyle/>
        <a:p>
          <a:pPr rtl="0"/>
          <a:r>
            <a:rPr lang="en-US" smtClean="0"/>
            <a:t>NAT pool: pool1 has one public IP, 201.0.0.2, which is CUMILLA’s own Gi0/1 address.</a:t>
          </a:r>
          <a:endParaRPr lang="en-US"/>
        </a:p>
      </dgm:t>
    </dgm:pt>
    <dgm:pt modelId="{0EEAD1AA-0B01-4018-95CF-DCE8636BAA7C}" type="parTrans" cxnId="{7EADA858-E0E2-4C42-8896-913FBF9FF814}">
      <dgm:prSet/>
      <dgm:spPr/>
      <dgm:t>
        <a:bodyPr/>
        <a:lstStyle/>
        <a:p>
          <a:endParaRPr lang="en-US"/>
        </a:p>
      </dgm:t>
    </dgm:pt>
    <dgm:pt modelId="{0C5F67E5-DDA2-4ED2-B645-D6DBD4026055}" type="sibTrans" cxnId="{7EADA858-E0E2-4C42-8896-913FBF9FF814}">
      <dgm:prSet/>
      <dgm:spPr/>
      <dgm:t>
        <a:bodyPr/>
        <a:lstStyle/>
        <a:p>
          <a:endParaRPr lang="en-US"/>
        </a:p>
      </dgm:t>
    </dgm:pt>
    <dgm:pt modelId="{FC61867A-FEA7-4087-B6EC-1D9DB236C348}">
      <dgm:prSet/>
      <dgm:spPr/>
      <dgm:t>
        <a:bodyPr/>
        <a:lstStyle/>
        <a:p>
          <a:pPr rtl="0"/>
          <a:r>
            <a:rPr lang="en-US" smtClean="0"/>
            <a:t>Overload: Many PCs share that one IP, and the router tells them apart by port numbers.</a:t>
          </a:r>
          <a:endParaRPr lang="en-US"/>
        </a:p>
      </dgm:t>
    </dgm:pt>
    <dgm:pt modelId="{A3A5844B-1FE1-4134-80E1-1517C2BECC96}" type="parTrans" cxnId="{E83F0152-D56A-44E2-996E-0AA8CB5B0767}">
      <dgm:prSet/>
      <dgm:spPr/>
      <dgm:t>
        <a:bodyPr/>
        <a:lstStyle/>
        <a:p>
          <a:endParaRPr lang="en-US"/>
        </a:p>
      </dgm:t>
    </dgm:pt>
    <dgm:pt modelId="{DDE05542-F999-4D86-97CD-31C8AA417182}" type="sibTrans" cxnId="{E83F0152-D56A-44E2-996E-0AA8CB5B0767}">
      <dgm:prSet/>
      <dgm:spPr/>
      <dgm:t>
        <a:bodyPr/>
        <a:lstStyle/>
        <a:p>
          <a:endParaRPr lang="en-US"/>
        </a:p>
      </dgm:t>
    </dgm:pt>
    <dgm:pt modelId="{92412F5D-1955-4A05-9172-132718FE3558}">
      <dgm:prSet/>
      <dgm:spPr/>
      <dgm:t>
        <a:bodyPr/>
        <a:lstStyle/>
        <a:p>
          <a:pPr rtl="0"/>
          <a:r>
            <a:rPr lang="en-US" smtClean="0"/>
            <a:t>Interfaces: The three subinterfaces (Gi0/0.10, .20, .30) are ip nat inside, and Gi0/1 (toward ISP_C) is ip nat outside.</a:t>
          </a:r>
          <a:endParaRPr lang="en-US"/>
        </a:p>
      </dgm:t>
    </dgm:pt>
    <dgm:pt modelId="{2CF34ACF-9EBF-4A3A-A8F0-FD4DF80B4484}" type="parTrans" cxnId="{BF3F4343-3563-45AC-8C4F-AC5E796AECB7}">
      <dgm:prSet/>
      <dgm:spPr/>
      <dgm:t>
        <a:bodyPr/>
        <a:lstStyle/>
        <a:p>
          <a:endParaRPr lang="en-US"/>
        </a:p>
      </dgm:t>
    </dgm:pt>
    <dgm:pt modelId="{560D3812-307A-4F15-8A6B-A02E40C9F434}" type="sibTrans" cxnId="{BF3F4343-3563-45AC-8C4F-AC5E796AECB7}">
      <dgm:prSet/>
      <dgm:spPr/>
      <dgm:t>
        <a:bodyPr/>
        <a:lstStyle/>
        <a:p>
          <a:endParaRPr lang="en-US"/>
        </a:p>
      </dgm:t>
    </dgm:pt>
    <dgm:pt modelId="{28BC84B1-0905-43C4-BA6C-E37105D855E2}" type="pres">
      <dgm:prSet presAssocID="{50944799-A3C3-4103-AB1E-4C9969FC2637}" presName="linear" presStyleCnt="0">
        <dgm:presLayoutVars>
          <dgm:animLvl val="lvl"/>
          <dgm:resizeHandles val="exact"/>
        </dgm:presLayoutVars>
      </dgm:prSet>
      <dgm:spPr/>
      <dgm:t>
        <a:bodyPr/>
        <a:lstStyle/>
        <a:p>
          <a:endParaRPr lang="en-US"/>
        </a:p>
      </dgm:t>
    </dgm:pt>
    <dgm:pt modelId="{834DC390-D236-4682-A7B6-BE7E08C3A730}" type="pres">
      <dgm:prSet presAssocID="{29F75B12-3E0A-4204-A853-452292FFF163}" presName="parentText" presStyleLbl="node1" presStyleIdx="0" presStyleCnt="4">
        <dgm:presLayoutVars>
          <dgm:chMax val="0"/>
          <dgm:bulletEnabled val="1"/>
        </dgm:presLayoutVars>
      </dgm:prSet>
      <dgm:spPr/>
      <dgm:t>
        <a:bodyPr/>
        <a:lstStyle/>
        <a:p>
          <a:endParaRPr lang="en-US"/>
        </a:p>
      </dgm:t>
    </dgm:pt>
    <dgm:pt modelId="{6C1BCB08-B584-46EA-8FF1-F704944C4FA9}" type="pres">
      <dgm:prSet presAssocID="{3B922968-6967-4CBF-A36A-70AA7453424C}" presName="spacer" presStyleCnt="0"/>
      <dgm:spPr/>
    </dgm:pt>
    <dgm:pt modelId="{C21E0014-F22F-46C7-A389-DE4E3F0B9D69}" type="pres">
      <dgm:prSet presAssocID="{D803F7B5-E2CF-444F-AA67-DEFEEFBEFC93}" presName="parentText" presStyleLbl="node1" presStyleIdx="1" presStyleCnt="4">
        <dgm:presLayoutVars>
          <dgm:chMax val="0"/>
          <dgm:bulletEnabled val="1"/>
        </dgm:presLayoutVars>
      </dgm:prSet>
      <dgm:spPr/>
      <dgm:t>
        <a:bodyPr/>
        <a:lstStyle/>
        <a:p>
          <a:endParaRPr lang="en-US"/>
        </a:p>
      </dgm:t>
    </dgm:pt>
    <dgm:pt modelId="{BF4E9E49-9B06-4820-A873-09EF1FF6C893}" type="pres">
      <dgm:prSet presAssocID="{0C5F67E5-DDA2-4ED2-B645-D6DBD4026055}" presName="spacer" presStyleCnt="0"/>
      <dgm:spPr/>
    </dgm:pt>
    <dgm:pt modelId="{8BD62BD5-F984-4E8A-BD19-EA91CD551A38}" type="pres">
      <dgm:prSet presAssocID="{FC61867A-FEA7-4087-B6EC-1D9DB236C348}" presName="parentText" presStyleLbl="node1" presStyleIdx="2" presStyleCnt="4">
        <dgm:presLayoutVars>
          <dgm:chMax val="0"/>
          <dgm:bulletEnabled val="1"/>
        </dgm:presLayoutVars>
      </dgm:prSet>
      <dgm:spPr/>
      <dgm:t>
        <a:bodyPr/>
        <a:lstStyle/>
        <a:p>
          <a:endParaRPr lang="en-US"/>
        </a:p>
      </dgm:t>
    </dgm:pt>
    <dgm:pt modelId="{2A06EC91-7022-4D0E-997C-D053147576D1}" type="pres">
      <dgm:prSet presAssocID="{DDE05542-F999-4D86-97CD-31C8AA417182}" presName="spacer" presStyleCnt="0"/>
      <dgm:spPr/>
    </dgm:pt>
    <dgm:pt modelId="{6EA81B42-F1BD-428F-A211-6AD318D246EE}" type="pres">
      <dgm:prSet presAssocID="{92412F5D-1955-4A05-9172-132718FE3558}" presName="parentText" presStyleLbl="node1" presStyleIdx="3" presStyleCnt="4">
        <dgm:presLayoutVars>
          <dgm:chMax val="0"/>
          <dgm:bulletEnabled val="1"/>
        </dgm:presLayoutVars>
      </dgm:prSet>
      <dgm:spPr/>
      <dgm:t>
        <a:bodyPr/>
        <a:lstStyle/>
        <a:p>
          <a:endParaRPr lang="en-US"/>
        </a:p>
      </dgm:t>
    </dgm:pt>
  </dgm:ptLst>
  <dgm:cxnLst>
    <dgm:cxn modelId="{E8CCFEAC-F3F6-4E4A-9154-D6A56E230457}" type="presOf" srcId="{FC61867A-FEA7-4087-B6EC-1D9DB236C348}" destId="{8BD62BD5-F984-4E8A-BD19-EA91CD551A38}" srcOrd="0" destOrd="0" presId="urn:microsoft.com/office/officeart/2005/8/layout/vList2"/>
    <dgm:cxn modelId="{C00C691E-E21E-4AB6-9191-813FF9178158}" type="presOf" srcId="{92412F5D-1955-4A05-9172-132718FE3558}" destId="{6EA81B42-F1BD-428F-A211-6AD318D246EE}" srcOrd="0" destOrd="0" presId="urn:microsoft.com/office/officeart/2005/8/layout/vList2"/>
    <dgm:cxn modelId="{CDE88201-A0CD-405E-BE3F-7109D0EC5092}" srcId="{50944799-A3C3-4103-AB1E-4C9969FC2637}" destId="{29F75B12-3E0A-4204-A853-452292FFF163}" srcOrd="0" destOrd="0" parTransId="{5577EE79-D97F-441C-A24B-CFD90AD32BB9}" sibTransId="{3B922968-6967-4CBF-A36A-70AA7453424C}"/>
    <dgm:cxn modelId="{6A0C27A5-A26B-42E2-8D79-16E47CC989AD}" type="presOf" srcId="{50944799-A3C3-4103-AB1E-4C9969FC2637}" destId="{28BC84B1-0905-43C4-BA6C-E37105D855E2}" srcOrd="0" destOrd="0" presId="urn:microsoft.com/office/officeart/2005/8/layout/vList2"/>
    <dgm:cxn modelId="{C4D2B57C-4B25-4574-9CEE-4F32E0F0FA57}" type="presOf" srcId="{D803F7B5-E2CF-444F-AA67-DEFEEFBEFC93}" destId="{C21E0014-F22F-46C7-A389-DE4E3F0B9D69}" srcOrd="0" destOrd="0" presId="urn:microsoft.com/office/officeart/2005/8/layout/vList2"/>
    <dgm:cxn modelId="{E83F0152-D56A-44E2-996E-0AA8CB5B0767}" srcId="{50944799-A3C3-4103-AB1E-4C9969FC2637}" destId="{FC61867A-FEA7-4087-B6EC-1D9DB236C348}" srcOrd="2" destOrd="0" parTransId="{A3A5844B-1FE1-4134-80E1-1517C2BECC96}" sibTransId="{DDE05542-F999-4D86-97CD-31C8AA417182}"/>
    <dgm:cxn modelId="{BF3F4343-3563-45AC-8C4F-AC5E796AECB7}" srcId="{50944799-A3C3-4103-AB1E-4C9969FC2637}" destId="{92412F5D-1955-4A05-9172-132718FE3558}" srcOrd="3" destOrd="0" parTransId="{2CF34ACF-9EBF-4A3A-A8F0-FD4DF80B4484}" sibTransId="{560D3812-307A-4F15-8A6B-A02E40C9F434}"/>
    <dgm:cxn modelId="{E9BDF4D2-0C6B-4928-BE45-606D602ECA9C}" type="presOf" srcId="{29F75B12-3E0A-4204-A853-452292FFF163}" destId="{834DC390-D236-4682-A7B6-BE7E08C3A730}" srcOrd="0" destOrd="0" presId="urn:microsoft.com/office/officeart/2005/8/layout/vList2"/>
    <dgm:cxn modelId="{7EADA858-E0E2-4C42-8896-913FBF9FF814}" srcId="{50944799-A3C3-4103-AB1E-4C9969FC2637}" destId="{D803F7B5-E2CF-444F-AA67-DEFEEFBEFC93}" srcOrd="1" destOrd="0" parTransId="{0EEAD1AA-0B01-4018-95CF-DCE8636BAA7C}" sibTransId="{0C5F67E5-DDA2-4ED2-B645-D6DBD4026055}"/>
    <dgm:cxn modelId="{BC9CED7A-F0C8-46C1-9489-CDDF73F93B71}" type="presParOf" srcId="{28BC84B1-0905-43C4-BA6C-E37105D855E2}" destId="{834DC390-D236-4682-A7B6-BE7E08C3A730}" srcOrd="0" destOrd="0" presId="urn:microsoft.com/office/officeart/2005/8/layout/vList2"/>
    <dgm:cxn modelId="{F9BB6E6F-0D3F-4515-A703-31FB0BBEC53D}" type="presParOf" srcId="{28BC84B1-0905-43C4-BA6C-E37105D855E2}" destId="{6C1BCB08-B584-46EA-8FF1-F704944C4FA9}" srcOrd="1" destOrd="0" presId="urn:microsoft.com/office/officeart/2005/8/layout/vList2"/>
    <dgm:cxn modelId="{31566658-227D-44D9-B537-5FEFC6FEFC47}" type="presParOf" srcId="{28BC84B1-0905-43C4-BA6C-E37105D855E2}" destId="{C21E0014-F22F-46C7-A389-DE4E3F0B9D69}" srcOrd="2" destOrd="0" presId="urn:microsoft.com/office/officeart/2005/8/layout/vList2"/>
    <dgm:cxn modelId="{AC4E35C3-DD58-40F6-988F-102653CA3C4F}" type="presParOf" srcId="{28BC84B1-0905-43C4-BA6C-E37105D855E2}" destId="{BF4E9E49-9B06-4820-A873-09EF1FF6C893}" srcOrd="3" destOrd="0" presId="urn:microsoft.com/office/officeart/2005/8/layout/vList2"/>
    <dgm:cxn modelId="{91381D8C-A2B7-44AD-B6C5-29A4365F45DA}" type="presParOf" srcId="{28BC84B1-0905-43C4-BA6C-E37105D855E2}" destId="{8BD62BD5-F984-4E8A-BD19-EA91CD551A38}" srcOrd="4" destOrd="0" presId="urn:microsoft.com/office/officeart/2005/8/layout/vList2"/>
    <dgm:cxn modelId="{0E8C2362-CC43-4013-8E4E-853D8DDBDE83}" type="presParOf" srcId="{28BC84B1-0905-43C4-BA6C-E37105D855E2}" destId="{2A06EC91-7022-4D0E-997C-D053147576D1}" srcOrd="5" destOrd="0" presId="urn:microsoft.com/office/officeart/2005/8/layout/vList2"/>
    <dgm:cxn modelId="{4A381D88-772A-4D3D-99B0-673926F7FD3C}" type="presParOf" srcId="{28BC84B1-0905-43C4-BA6C-E37105D855E2}" destId="{6EA81B42-F1BD-428F-A211-6AD318D246E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753D794-6280-40EE-828A-A4783FFB85F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849E9A3-F092-4DEB-B15B-02D34C413D4A}">
      <dgm:prSet/>
      <dgm:spPr/>
      <dgm:t>
        <a:bodyPr/>
        <a:lstStyle/>
        <a:p>
          <a:pPr rtl="0"/>
          <a:r>
            <a:rPr lang="en-US" dirty="0" smtClean="0"/>
            <a:t>Basic setup: We named the router ISP_C and turned off DNS lookup and console timeout.</a:t>
          </a:r>
          <a:endParaRPr lang="en-US" dirty="0"/>
        </a:p>
      </dgm:t>
    </dgm:pt>
    <dgm:pt modelId="{1BD0790C-314A-4A91-AE0F-E1E82FDFDB25}" type="parTrans" cxnId="{B83606B2-8AE5-42E2-9D72-473B5D67BBA5}">
      <dgm:prSet/>
      <dgm:spPr/>
      <dgm:t>
        <a:bodyPr/>
        <a:lstStyle/>
        <a:p>
          <a:endParaRPr lang="en-US"/>
        </a:p>
      </dgm:t>
    </dgm:pt>
    <dgm:pt modelId="{AD4BDEB5-0D86-48C1-97A0-57F8F4509294}" type="sibTrans" cxnId="{B83606B2-8AE5-42E2-9D72-473B5D67BBA5}">
      <dgm:prSet/>
      <dgm:spPr/>
      <dgm:t>
        <a:bodyPr/>
        <a:lstStyle/>
        <a:p>
          <a:endParaRPr lang="en-US"/>
        </a:p>
      </dgm:t>
    </dgm:pt>
    <dgm:pt modelId="{A0D74A6A-E6FD-4474-8C76-B5A728A55A31}">
      <dgm:prSet/>
      <dgm:spPr/>
      <dgm:t>
        <a:bodyPr/>
        <a:lstStyle/>
        <a:p>
          <a:pPr rtl="0"/>
          <a:r>
            <a:rPr lang="en-US" smtClean="0"/>
            <a:t>Gi0/1: IP 201.0.0.1 with a /30 mask. This is the link to CUMILLA (201.0.0.2).</a:t>
          </a:r>
          <a:endParaRPr lang="en-US"/>
        </a:p>
      </dgm:t>
    </dgm:pt>
    <dgm:pt modelId="{59A8F696-8A40-4030-91B5-1BD9DC925A1E}" type="parTrans" cxnId="{01DE320E-9E8A-4E92-BFD0-909DFBC2C964}">
      <dgm:prSet/>
      <dgm:spPr/>
      <dgm:t>
        <a:bodyPr/>
        <a:lstStyle/>
        <a:p>
          <a:endParaRPr lang="en-US"/>
        </a:p>
      </dgm:t>
    </dgm:pt>
    <dgm:pt modelId="{92C22992-C1A3-4CE8-9C08-921E7117A517}" type="sibTrans" cxnId="{01DE320E-9E8A-4E92-BFD0-909DFBC2C964}">
      <dgm:prSet/>
      <dgm:spPr/>
      <dgm:t>
        <a:bodyPr/>
        <a:lstStyle/>
        <a:p>
          <a:endParaRPr lang="en-US"/>
        </a:p>
      </dgm:t>
    </dgm:pt>
    <dgm:pt modelId="{B8D5D92F-35D3-4247-83C7-8E91F3B29267}">
      <dgm:prSet/>
      <dgm:spPr/>
      <dgm:t>
        <a:bodyPr/>
        <a:lstStyle/>
        <a:p>
          <a:pPr rtl="0"/>
          <a:r>
            <a:rPr lang="en-US" smtClean="0"/>
            <a:t>Gi0/0: IP 12.0.0.2 with a /30 mask. This is the link toward IIG, whose side will be 12.0.0.1.</a:t>
          </a:r>
          <a:endParaRPr lang="en-US"/>
        </a:p>
      </dgm:t>
    </dgm:pt>
    <dgm:pt modelId="{09C2FA9D-08A4-4FB1-A71B-69EAA73A1D01}" type="parTrans" cxnId="{206CA0AC-4041-461C-8072-3018B957EA02}">
      <dgm:prSet/>
      <dgm:spPr/>
      <dgm:t>
        <a:bodyPr/>
        <a:lstStyle/>
        <a:p>
          <a:endParaRPr lang="en-US"/>
        </a:p>
      </dgm:t>
    </dgm:pt>
    <dgm:pt modelId="{D4602DC2-9C48-464F-98FC-84956076F440}" type="sibTrans" cxnId="{206CA0AC-4041-461C-8072-3018B957EA02}">
      <dgm:prSet/>
      <dgm:spPr/>
      <dgm:t>
        <a:bodyPr/>
        <a:lstStyle/>
        <a:p>
          <a:endParaRPr lang="en-US"/>
        </a:p>
      </dgm:t>
    </dgm:pt>
    <dgm:pt modelId="{8144ED8A-AA9B-4DD0-AB8B-00D1B59C15FB}">
      <dgm:prSet/>
      <dgm:spPr/>
      <dgm:t>
        <a:bodyPr/>
        <a:lstStyle/>
        <a:p>
          <a:pPr rtl="0"/>
          <a:r>
            <a:rPr lang="en-US" smtClean="0"/>
            <a:t>Default route: Anything ISP_C doesn’t know goes to 12.0.0.1 (IIG).</a:t>
          </a:r>
          <a:endParaRPr lang="en-US"/>
        </a:p>
      </dgm:t>
    </dgm:pt>
    <dgm:pt modelId="{A5DF51CB-1FC6-4FF8-9393-B17B8BF8D042}" type="parTrans" cxnId="{2C40634E-05FE-47DA-915D-4CE3E082C9AB}">
      <dgm:prSet/>
      <dgm:spPr/>
      <dgm:t>
        <a:bodyPr/>
        <a:lstStyle/>
        <a:p>
          <a:endParaRPr lang="en-US"/>
        </a:p>
      </dgm:t>
    </dgm:pt>
    <dgm:pt modelId="{489C3957-97E9-4708-83A2-FC46DEC94F45}" type="sibTrans" cxnId="{2C40634E-05FE-47DA-915D-4CE3E082C9AB}">
      <dgm:prSet/>
      <dgm:spPr/>
      <dgm:t>
        <a:bodyPr/>
        <a:lstStyle/>
        <a:p>
          <a:endParaRPr lang="en-US"/>
        </a:p>
      </dgm:t>
    </dgm:pt>
    <dgm:pt modelId="{F141AA96-42CC-453D-A0A6-1FE68F00BE13}" type="pres">
      <dgm:prSet presAssocID="{3753D794-6280-40EE-828A-A4783FFB85F6}" presName="linear" presStyleCnt="0">
        <dgm:presLayoutVars>
          <dgm:animLvl val="lvl"/>
          <dgm:resizeHandles val="exact"/>
        </dgm:presLayoutVars>
      </dgm:prSet>
      <dgm:spPr/>
      <dgm:t>
        <a:bodyPr/>
        <a:lstStyle/>
        <a:p>
          <a:endParaRPr lang="en-US"/>
        </a:p>
      </dgm:t>
    </dgm:pt>
    <dgm:pt modelId="{ED7D9BA7-38C0-424B-B32D-07307337ED50}" type="pres">
      <dgm:prSet presAssocID="{0849E9A3-F092-4DEB-B15B-02D34C413D4A}" presName="parentText" presStyleLbl="node1" presStyleIdx="0" presStyleCnt="4" custLinFactNeighborX="4128" custLinFactNeighborY="-71371">
        <dgm:presLayoutVars>
          <dgm:chMax val="0"/>
          <dgm:bulletEnabled val="1"/>
        </dgm:presLayoutVars>
      </dgm:prSet>
      <dgm:spPr/>
      <dgm:t>
        <a:bodyPr/>
        <a:lstStyle/>
        <a:p>
          <a:endParaRPr lang="en-US"/>
        </a:p>
      </dgm:t>
    </dgm:pt>
    <dgm:pt modelId="{DB0FE460-3011-4AC8-AEF1-A34CA64CE399}" type="pres">
      <dgm:prSet presAssocID="{AD4BDEB5-0D86-48C1-97A0-57F8F4509294}" presName="spacer" presStyleCnt="0"/>
      <dgm:spPr/>
    </dgm:pt>
    <dgm:pt modelId="{1BF7F73D-8BBB-4FC5-8FE5-EF960886DF83}" type="pres">
      <dgm:prSet presAssocID="{A0D74A6A-E6FD-4474-8C76-B5A728A55A31}" presName="parentText" presStyleLbl="node1" presStyleIdx="1" presStyleCnt="4">
        <dgm:presLayoutVars>
          <dgm:chMax val="0"/>
          <dgm:bulletEnabled val="1"/>
        </dgm:presLayoutVars>
      </dgm:prSet>
      <dgm:spPr/>
      <dgm:t>
        <a:bodyPr/>
        <a:lstStyle/>
        <a:p>
          <a:endParaRPr lang="en-US"/>
        </a:p>
      </dgm:t>
    </dgm:pt>
    <dgm:pt modelId="{A17198B5-ECB1-4DDE-A2DD-E8BEBD64AB01}" type="pres">
      <dgm:prSet presAssocID="{92C22992-C1A3-4CE8-9C08-921E7117A517}" presName="spacer" presStyleCnt="0"/>
      <dgm:spPr/>
    </dgm:pt>
    <dgm:pt modelId="{24B256E1-8DE2-4A2C-8843-1C47DFE198FC}" type="pres">
      <dgm:prSet presAssocID="{B8D5D92F-35D3-4247-83C7-8E91F3B29267}" presName="parentText" presStyleLbl="node1" presStyleIdx="2" presStyleCnt="4">
        <dgm:presLayoutVars>
          <dgm:chMax val="0"/>
          <dgm:bulletEnabled val="1"/>
        </dgm:presLayoutVars>
      </dgm:prSet>
      <dgm:spPr/>
      <dgm:t>
        <a:bodyPr/>
        <a:lstStyle/>
        <a:p>
          <a:endParaRPr lang="en-US"/>
        </a:p>
      </dgm:t>
    </dgm:pt>
    <dgm:pt modelId="{4E140AB4-CB47-4AB8-B3FA-E799B70E6993}" type="pres">
      <dgm:prSet presAssocID="{D4602DC2-9C48-464F-98FC-84956076F440}" presName="spacer" presStyleCnt="0"/>
      <dgm:spPr/>
    </dgm:pt>
    <dgm:pt modelId="{AEFD58AE-64CE-43D4-A53B-287D54DEEAAE}" type="pres">
      <dgm:prSet presAssocID="{8144ED8A-AA9B-4DD0-AB8B-00D1B59C15FB}" presName="parentText" presStyleLbl="node1" presStyleIdx="3" presStyleCnt="4">
        <dgm:presLayoutVars>
          <dgm:chMax val="0"/>
          <dgm:bulletEnabled val="1"/>
        </dgm:presLayoutVars>
      </dgm:prSet>
      <dgm:spPr/>
      <dgm:t>
        <a:bodyPr/>
        <a:lstStyle/>
        <a:p>
          <a:endParaRPr lang="en-US"/>
        </a:p>
      </dgm:t>
    </dgm:pt>
  </dgm:ptLst>
  <dgm:cxnLst>
    <dgm:cxn modelId="{0F470819-EF16-46CC-BE38-46417A8B88BD}" type="presOf" srcId="{0849E9A3-F092-4DEB-B15B-02D34C413D4A}" destId="{ED7D9BA7-38C0-424B-B32D-07307337ED50}" srcOrd="0" destOrd="0" presId="urn:microsoft.com/office/officeart/2005/8/layout/vList2"/>
    <dgm:cxn modelId="{2C40634E-05FE-47DA-915D-4CE3E082C9AB}" srcId="{3753D794-6280-40EE-828A-A4783FFB85F6}" destId="{8144ED8A-AA9B-4DD0-AB8B-00D1B59C15FB}" srcOrd="3" destOrd="0" parTransId="{A5DF51CB-1FC6-4FF8-9393-B17B8BF8D042}" sibTransId="{489C3957-97E9-4708-83A2-FC46DEC94F45}"/>
    <dgm:cxn modelId="{4B7CED9C-AE2B-43B4-A73F-41A28E93D6A8}" type="presOf" srcId="{3753D794-6280-40EE-828A-A4783FFB85F6}" destId="{F141AA96-42CC-453D-A0A6-1FE68F00BE13}" srcOrd="0" destOrd="0" presId="urn:microsoft.com/office/officeart/2005/8/layout/vList2"/>
    <dgm:cxn modelId="{416E92DF-1D76-4FE8-825D-9D441374A6B7}" type="presOf" srcId="{8144ED8A-AA9B-4DD0-AB8B-00D1B59C15FB}" destId="{AEFD58AE-64CE-43D4-A53B-287D54DEEAAE}" srcOrd="0" destOrd="0" presId="urn:microsoft.com/office/officeart/2005/8/layout/vList2"/>
    <dgm:cxn modelId="{206CA0AC-4041-461C-8072-3018B957EA02}" srcId="{3753D794-6280-40EE-828A-A4783FFB85F6}" destId="{B8D5D92F-35D3-4247-83C7-8E91F3B29267}" srcOrd="2" destOrd="0" parTransId="{09C2FA9D-08A4-4FB1-A71B-69EAA73A1D01}" sibTransId="{D4602DC2-9C48-464F-98FC-84956076F440}"/>
    <dgm:cxn modelId="{B83606B2-8AE5-42E2-9D72-473B5D67BBA5}" srcId="{3753D794-6280-40EE-828A-A4783FFB85F6}" destId="{0849E9A3-F092-4DEB-B15B-02D34C413D4A}" srcOrd="0" destOrd="0" parTransId="{1BD0790C-314A-4A91-AE0F-E1E82FDFDB25}" sibTransId="{AD4BDEB5-0D86-48C1-97A0-57F8F4509294}"/>
    <dgm:cxn modelId="{EC60FC68-5447-4D1F-8F74-CF5955363626}" type="presOf" srcId="{A0D74A6A-E6FD-4474-8C76-B5A728A55A31}" destId="{1BF7F73D-8BBB-4FC5-8FE5-EF960886DF83}" srcOrd="0" destOrd="0" presId="urn:microsoft.com/office/officeart/2005/8/layout/vList2"/>
    <dgm:cxn modelId="{5144CBD5-4824-4EF4-AAB5-7CB4CBED7A6A}" type="presOf" srcId="{B8D5D92F-35D3-4247-83C7-8E91F3B29267}" destId="{24B256E1-8DE2-4A2C-8843-1C47DFE198FC}" srcOrd="0" destOrd="0" presId="urn:microsoft.com/office/officeart/2005/8/layout/vList2"/>
    <dgm:cxn modelId="{01DE320E-9E8A-4E92-BFD0-909DFBC2C964}" srcId="{3753D794-6280-40EE-828A-A4783FFB85F6}" destId="{A0D74A6A-E6FD-4474-8C76-B5A728A55A31}" srcOrd="1" destOrd="0" parTransId="{59A8F696-8A40-4030-91B5-1BD9DC925A1E}" sibTransId="{92C22992-C1A3-4CE8-9C08-921E7117A517}"/>
    <dgm:cxn modelId="{F6AFC1BB-B760-43F3-B301-27B203D1979E}" type="presParOf" srcId="{F141AA96-42CC-453D-A0A6-1FE68F00BE13}" destId="{ED7D9BA7-38C0-424B-B32D-07307337ED50}" srcOrd="0" destOrd="0" presId="urn:microsoft.com/office/officeart/2005/8/layout/vList2"/>
    <dgm:cxn modelId="{A663D7A1-7965-443E-8F4C-FADF024C2086}" type="presParOf" srcId="{F141AA96-42CC-453D-A0A6-1FE68F00BE13}" destId="{DB0FE460-3011-4AC8-AEF1-A34CA64CE399}" srcOrd="1" destOrd="0" presId="urn:microsoft.com/office/officeart/2005/8/layout/vList2"/>
    <dgm:cxn modelId="{B192EB54-CABF-4B95-8AC2-39C3CA1FE48D}" type="presParOf" srcId="{F141AA96-42CC-453D-A0A6-1FE68F00BE13}" destId="{1BF7F73D-8BBB-4FC5-8FE5-EF960886DF83}" srcOrd="2" destOrd="0" presId="urn:microsoft.com/office/officeart/2005/8/layout/vList2"/>
    <dgm:cxn modelId="{18B758B8-B5B0-4527-819D-C6FB18FFEF0D}" type="presParOf" srcId="{F141AA96-42CC-453D-A0A6-1FE68F00BE13}" destId="{A17198B5-ECB1-4DDE-A2DD-E8BEBD64AB01}" srcOrd="3" destOrd="0" presId="urn:microsoft.com/office/officeart/2005/8/layout/vList2"/>
    <dgm:cxn modelId="{732DACC5-7FAC-4E71-A20E-18F9F1146610}" type="presParOf" srcId="{F141AA96-42CC-453D-A0A6-1FE68F00BE13}" destId="{24B256E1-8DE2-4A2C-8843-1C47DFE198FC}" srcOrd="4" destOrd="0" presId="urn:microsoft.com/office/officeart/2005/8/layout/vList2"/>
    <dgm:cxn modelId="{09DF3079-D4C7-4F9A-A4FE-E72D61644F5F}" type="presParOf" srcId="{F141AA96-42CC-453D-A0A6-1FE68F00BE13}" destId="{4E140AB4-CB47-4AB8-B3FA-E799B70E6993}" srcOrd="5" destOrd="0" presId="urn:microsoft.com/office/officeart/2005/8/layout/vList2"/>
    <dgm:cxn modelId="{A2D84DE6-023E-4FE9-B3FB-DEBF32A4AE8E}" type="presParOf" srcId="{F141AA96-42CC-453D-A0A6-1FE68F00BE13}" destId="{AEFD58AE-64CE-43D4-A53B-287D54DEEAA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D8FEFD2C-6737-4CEB-B48D-74C1FCC807E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BA474F8-FFF9-49F9-B491-191A10CAB980}">
      <dgm:prSet/>
      <dgm:spPr/>
      <dgm:t>
        <a:bodyPr/>
        <a:lstStyle/>
        <a:p>
          <a:pPr rtl="0"/>
          <a:r>
            <a:rPr lang="en-US" dirty="0" smtClean="0"/>
            <a:t>Gi0/1: We turned it on and gave it the IP 202.0.0.2 with a /30 mask. This is the link to ISP_B, whose side will be 202.0.0.1.</a:t>
          </a:r>
          <a:endParaRPr lang="en-US" dirty="0"/>
        </a:p>
      </dgm:t>
    </dgm:pt>
    <dgm:pt modelId="{BEE73A16-F5DB-40C9-8073-D824E037C19F}" type="parTrans" cxnId="{22E0EC11-87E0-4406-B08D-50F5A81BDBBB}">
      <dgm:prSet/>
      <dgm:spPr/>
      <dgm:t>
        <a:bodyPr/>
        <a:lstStyle/>
        <a:p>
          <a:endParaRPr lang="en-US"/>
        </a:p>
      </dgm:t>
    </dgm:pt>
    <dgm:pt modelId="{52863C42-3652-472F-8ED3-8B56D66DCD20}" type="sibTrans" cxnId="{22E0EC11-87E0-4406-B08D-50F5A81BDBBB}">
      <dgm:prSet/>
      <dgm:spPr/>
      <dgm:t>
        <a:bodyPr/>
        <a:lstStyle/>
        <a:p>
          <a:endParaRPr lang="en-US"/>
        </a:p>
      </dgm:t>
    </dgm:pt>
    <dgm:pt modelId="{D7BB2DF2-B042-480C-9F9F-60BD42E09BFB}">
      <dgm:prSet/>
      <dgm:spPr/>
      <dgm:t>
        <a:bodyPr/>
        <a:lstStyle/>
        <a:p>
          <a:pPr rtl="0"/>
          <a:r>
            <a:rPr lang="en-US" smtClean="0"/>
            <a:t>Default route: Anything CTG doesn’t know goes to 202.0.0.1 (ISP_B). This is how SW4 and SW5’s VLANs (192.168.80.0 and 90.0) will reach other sites and the internet.</a:t>
          </a:r>
          <a:endParaRPr lang="en-US"/>
        </a:p>
      </dgm:t>
    </dgm:pt>
    <dgm:pt modelId="{403C5393-8A1D-4E65-BCEA-FADDD91D3D07}" type="parTrans" cxnId="{34A0F39D-3544-472C-89D5-25784BD7D29B}">
      <dgm:prSet/>
      <dgm:spPr/>
      <dgm:t>
        <a:bodyPr/>
        <a:lstStyle/>
        <a:p>
          <a:endParaRPr lang="en-US"/>
        </a:p>
      </dgm:t>
    </dgm:pt>
    <dgm:pt modelId="{E95794E3-8F7A-47C0-9650-F3E30140DB4E}" type="sibTrans" cxnId="{34A0F39D-3544-472C-89D5-25784BD7D29B}">
      <dgm:prSet/>
      <dgm:spPr/>
      <dgm:t>
        <a:bodyPr/>
        <a:lstStyle/>
        <a:p>
          <a:endParaRPr lang="en-US"/>
        </a:p>
      </dgm:t>
    </dgm:pt>
    <dgm:pt modelId="{BE90167E-EAE9-4250-A2E5-F3B99A3A0C86}" type="pres">
      <dgm:prSet presAssocID="{D8FEFD2C-6737-4CEB-B48D-74C1FCC807E8}" presName="linear" presStyleCnt="0">
        <dgm:presLayoutVars>
          <dgm:animLvl val="lvl"/>
          <dgm:resizeHandles val="exact"/>
        </dgm:presLayoutVars>
      </dgm:prSet>
      <dgm:spPr/>
      <dgm:t>
        <a:bodyPr/>
        <a:lstStyle/>
        <a:p>
          <a:endParaRPr lang="en-US"/>
        </a:p>
      </dgm:t>
    </dgm:pt>
    <dgm:pt modelId="{B728D986-B891-4712-A38B-331771C4396F}" type="pres">
      <dgm:prSet presAssocID="{CBA474F8-FFF9-49F9-B491-191A10CAB980}" presName="parentText" presStyleLbl="node1" presStyleIdx="0" presStyleCnt="2">
        <dgm:presLayoutVars>
          <dgm:chMax val="0"/>
          <dgm:bulletEnabled val="1"/>
        </dgm:presLayoutVars>
      </dgm:prSet>
      <dgm:spPr/>
      <dgm:t>
        <a:bodyPr/>
        <a:lstStyle/>
        <a:p>
          <a:endParaRPr lang="en-US"/>
        </a:p>
      </dgm:t>
    </dgm:pt>
    <dgm:pt modelId="{8044B24D-AD38-43C7-AC42-D833036DC10E}" type="pres">
      <dgm:prSet presAssocID="{52863C42-3652-472F-8ED3-8B56D66DCD20}" presName="spacer" presStyleCnt="0"/>
      <dgm:spPr/>
    </dgm:pt>
    <dgm:pt modelId="{40D09262-207C-4914-9500-AC23934F5A23}" type="pres">
      <dgm:prSet presAssocID="{D7BB2DF2-B042-480C-9F9F-60BD42E09BFB}" presName="parentText" presStyleLbl="node1" presStyleIdx="1" presStyleCnt="2">
        <dgm:presLayoutVars>
          <dgm:chMax val="0"/>
          <dgm:bulletEnabled val="1"/>
        </dgm:presLayoutVars>
      </dgm:prSet>
      <dgm:spPr/>
      <dgm:t>
        <a:bodyPr/>
        <a:lstStyle/>
        <a:p>
          <a:endParaRPr lang="en-US"/>
        </a:p>
      </dgm:t>
    </dgm:pt>
  </dgm:ptLst>
  <dgm:cxnLst>
    <dgm:cxn modelId="{22E0EC11-87E0-4406-B08D-50F5A81BDBBB}" srcId="{D8FEFD2C-6737-4CEB-B48D-74C1FCC807E8}" destId="{CBA474F8-FFF9-49F9-B491-191A10CAB980}" srcOrd="0" destOrd="0" parTransId="{BEE73A16-F5DB-40C9-8073-D824E037C19F}" sibTransId="{52863C42-3652-472F-8ED3-8B56D66DCD20}"/>
    <dgm:cxn modelId="{34A0F39D-3544-472C-89D5-25784BD7D29B}" srcId="{D8FEFD2C-6737-4CEB-B48D-74C1FCC807E8}" destId="{D7BB2DF2-B042-480C-9F9F-60BD42E09BFB}" srcOrd="1" destOrd="0" parTransId="{403C5393-8A1D-4E65-BCEA-FADDD91D3D07}" sibTransId="{E95794E3-8F7A-47C0-9650-F3E30140DB4E}"/>
    <dgm:cxn modelId="{01E65F56-35EA-4E47-BC9D-E5786A432DC1}" type="presOf" srcId="{D8FEFD2C-6737-4CEB-B48D-74C1FCC807E8}" destId="{BE90167E-EAE9-4250-A2E5-F3B99A3A0C86}" srcOrd="0" destOrd="0" presId="urn:microsoft.com/office/officeart/2005/8/layout/vList2"/>
    <dgm:cxn modelId="{F578D438-32F6-41BF-A568-DE269B6DC10D}" type="presOf" srcId="{D7BB2DF2-B042-480C-9F9F-60BD42E09BFB}" destId="{40D09262-207C-4914-9500-AC23934F5A23}" srcOrd="0" destOrd="0" presId="urn:microsoft.com/office/officeart/2005/8/layout/vList2"/>
    <dgm:cxn modelId="{FD5DC874-E7A5-4B34-BE56-56FF8B6B8BF1}" type="presOf" srcId="{CBA474F8-FFF9-49F9-B491-191A10CAB980}" destId="{B728D986-B891-4712-A38B-331771C4396F}" srcOrd="0" destOrd="0" presId="urn:microsoft.com/office/officeart/2005/8/layout/vList2"/>
    <dgm:cxn modelId="{0E15F8EE-51A1-4C80-8C6D-38693BAC773A}" type="presParOf" srcId="{BE90167E-EAE9-4250-A2E5-F3B99A3A0C86}" destId="{B728D986-B891-4712-A38B-331771C4396F}" srcOrd="0" destOrd="0" presId="urn:microsoft.com/office/officeart/2005/8/layout/vList2"/>
    <dgm:cxn modelId="{4C222D66-672F-412A-963E-BBECCFB76C6B}" type="presParOf" srcId="{BE90167E-EAE9-4250-A2E5-F3B99A3A0C86}" destId="{8044B24D-AD38-43C7-AC42-D833036DC10E}" srcOrd="1" destOrd="0" presId="urn:microsoft.com/office/officeart/2005/8/layout/vList2"/>
    <dgm:cxn modelId="{27BC9D2A-E55A-4EA7-8895-F87AEB434612}" type="presParOf" srcId="{BE90167E-EAE9-4250-A2E5-F3B99A3A0C86}" destId="{40D09262-207C-4914-9500-AC23934F5A2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2A79A40-5678-4FFA-8EDA-1538693B30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E911320-553B-4F66-9351-8F0917BCE77D}">
      <dgm:prSet/>
      <dgm:spPr/>
      <dgm:t>
        <a:bodyPr/>
        <a:lstStyle/>
        <a:p>
          <a:pPr rtl="0"/>
          <a:r>
            <a:rPr lang="en-US" smtClean="0"/>
            <a:t>ACL 30: It allows the networks 192.168.80.0 and 192.168.90.0 (IT and Sales) to use NAT.</a:t>
          </a:r>
          <a:endParaRPr lang="en-US"/>
        </a:p>
      </dgm:t>
    </dgm:pt>
    <dgm:pt modelId="{3A3C70ED-630F-44D7-ADCF-C58DF77E95B0}" type="parTrans" cxnId="{3221AF62-9E8C-40F2-BD71-4260F2559D2D}">
      <dgm:prSet/>
      <dgm:spPr/>
      <dgm:t>
        <a:bodyPr/>
        <a:lstStyle/>
        <a:p>
          <a:endParaRPr lang="en-US"/>
        </a:p>
      </dgm:t>
    </dgm:pt>
    <dgm:pt modelId="{59DB879A-EB32-4697-B087-C7EB731B2F14}" type="sibTrans" cxnId="{3221AF62-9E8C-40F2-BD71-4260F2559D2D}">
      <dgm:prSet/>
      <dgm:spPr/>
      <dgm:t>
        <a:bodyPr/>
        <a:lstStyle/>
        <a:p>
          <a:endParaRPr lang="en-US"/>
        </a:p>
      </dgm:t>
    </dgm:pt>
    <dgm:pt modelId="{86A0A12F-9DDF-4229-88ED-342F193856CA}">
      <dgm:prSet/>
      <dgm:spPr/>
      <dgm:t>
        <a:bodyPr/>
        <a:lstStyle/>
        <a:p>
          <a:pPr rtl="0"/>
          <a:r>
            <a:rPr lang="en-US" smtClean="0"/>
            <a:t>NAT pool: p1 has one public IP, 202.0.0.2, which is CTG’s own Gi0/1 address</a:t>
          </a:r>
          <a:endParaRPr lang="en-US"/>
        </a:p>
      </dgm:t>
    </dgm:pt>
    <dgm:pt modelId="{A6A54D08-9CB4-4F2C-8CAF-2BCBC99C0C1F}" type="parTrans" cxnId="{08759E95-7A5F-44BA-83F9-6062B08235E8}">
      <dgm:prSet/>
      <dgm:spPr/>
      <dgm:t>
        <a:bodyPr/>
        <a:lstStyle/>
        <a:p>
          <a:endParaRPr lang="en-US"/>
        </a:p>
      </dgm:t>
    </dgm:pt>
    <dgm:pt modelId="{110535D6-5C15-42DB-9CB9-4373AE9687FF}" type="sibTrans" cxnId="{08759E95-7A5F-44BA-83F9-6062B08235E8}">
      <dgm:prSet/>
      <dgm:spPr/>
      <dgm:t>
        <a:bodyPr/>
        <a:lstStyle/>
        <a:p>
          <a:endParaRPr lang="en-US"/>
        </a:p>
      </dgm:t>
    </dgm:pt>
    <dgm:pt modelId="{CB161600-402A-4D0C-84EB-E59CFBC85868}" type="pres">
      <dgm:prSet presAssocID="{92A79A40-5678-4FFA-8EDA-1538693B30D3}" presName="linear" presStyleCnt="0">
        <dgm:presLayoutVars>
          <dgm:animLvl val="lvl"/>
          <dgm:resizeHandles val="exact"/>
        </dgm:presLayoutVars>
      </dgm:prSet>
      <dgm:spPr/>
      <dgm:t>
        <a:bodyPr/>
        <a:lstStyle/>
        <a:p>
          <a:endParaRPr lang="en-US"/>
        </a:p>
      </dgm:t>
    </dgm:pt>
    <dgm:pt modelId="{33764B03-A14D-49C3-8DA7-CBEE463ED9AC}" type="pres">
      <dgm:prSet presAssocID="{FE911320-553B-4F66-9351-8F0917BCE77D}" presName="parentText" presStyleLbl="node1" presStyleIdx="0" presStyleCnt="2">
        <dgm:presLayoutVars>
          <dgm:chMax val="0"/>
          <dgm:bulletEnabled val="1"/>
        </dgm:presLayoutVars>
      </dgm:prSet>
      <dgm:spPr/>
      <dgm:t>
        <a:bodyPr/>
        <a:lstStyle/>
        <a:p>
          <a:endParaRPr lang="en-US"/>
        </a:p>
      </dgm:t>
    </dgm:pt>
    <dgm:pt modelId="{252FE48D-B19F-45C1-B8E3-97B4951F9BCE}" type="pres">
      <dgm:prSet presAssocID="{59DB879A-EB32-4697-B087-C7EB731B2F14}" presName="spacer" presStyleCnt="0"/>
      <dgm:spPr/>
    </dgm:pt>
    <dgm:pt modelId="{8F673387-F490-46D7-91FC-AC0AD2BC5DCB}" type="pres">
      <dgm:prSet presAssocID="{86A0A12F-9DDF-4229-88ED-342F193856CA}" presName="parentText" presStyleLbl="node1" presStyleIdx="1" presStyleCnt="2">
        <dgm:presLayoutVars>
          <dgm:chMax val="0"/>
          <dgm:bulletEnabled val="1"/>
        </dgm:presLayoutVars>
      </dgm:prSet>
      <dgm:spPr/>
      <dgm:t>
        <a:bodyPr/>
        <a:lstStyle/>
        <a:p>
          <a:endParaRPr lang="en-US"/>
        </a:p>
      </dgm:t>
    </dgm:pt>
  </dgm:ptLst>
  <dgm:cxnLst>
    <dgm:cxn modelId="{08759E95-7A5F-44BA-83F9-6062B08235E8}" srcId="{92A79A40-5678-4FFA-8EDA-1538693B30D3}" destId="{86A0A12F-9DDF-4229-88ED-342F193856CA}" srcOrd="1" destOrd="0" parTransId="{A6A54D08-9CB4-4F2C-8CAF-2BCBC99C0C1F}" sibTransId="{110535D6-5C15-42DB-9CB9-4373AE9687FF}"/>
    <dgm:cxn modelId="{49649739-9684-4E79-903A-C4D22A828484}" type="presOf" srcId="{86A0A12F-9DDF-4229-88ED-342F193856CA}" destId="{8F673387-F490-46D7-91FC-AC0AD2BC5DCB}" srcOrd="0" destOrd="0" presId="urn:microsoft.com/office/officeart/2005/8/layout/vList2"/>
    <dgm:cxn modelId="{57EE8260-9F0C-4198-8638-7280906B3ED3}" type="presOf" srcId="{92A79A40-5678-4FFA-8EDA-1538693B30D3}" destId="{CB161600-402A-4D0C-84EB-E59CFBC85868}" srcOrd="0" destOrd="0" presId="urn:microsoft.com/office/officeart/2005/8/layout/vList2"/>
    <dgm:cxn modelId="{3221AF62-9E8C-40F2-BD71-4260F2559D2D}" srcId="{92A79A40-5678-4FFA-8EDA-1538693B30D3}" destId="{FE911320-553B-4F66-9351-8F0917BCE77D}" srcOrd="0" destOrd="0" parTransId="{3A3C70ED-630F-44D7-ADCF-C58DF77E95B0}" sibTransId="{59DB879A-EB32-4697-B087-C7EB731B2F14}"/>
    <dgm:cxn modelId="{2D241BD6-AE2A-4CDC-8156-B55540B29962}" type="presOf" srcId="{FE911320-553B-4F66-9351-8F0917BCE77D}" destId="{33764B03-A14D-49C3-8DA7-CBEE463ED9AC}" srcOrd="0" destOrd="0" presId="urn:microsoft.com/office/officeart/2005/8/layout/vList2"/>
    <dgm:cxn modelId="{50E1EC2B-D3C4-48FD-AEA4-3DD9A974546E}" type="presParOf" srcId="{CB161600-402A-4D0C-84EB-E59CFBC85868}" destId="{33764B03-A14D-49C3-8DA7-CBEE463ED9AC}" srcOrd="0" destOrd="0" presId="urn:microsoft.com/office/officeart/2005/8/layout/vList2"/>
    <dgm:cxn modelId="{0234CDB5-9D07-4C9B-8058-B759F515BE76}" type="presParOf" srcId="{CB161600-402A-4D0C-84EB-E59CFBC85868}" destId="{252FE48D-B19F-45C1-B8E3-97B4951F9BCE}" srcOrd="1" destOrd="0" presId="urn:microsoft.com/office/officeart/2005/8/layout/vList2"/>
    <dgm:cxn modelId="{703F3416-E415-4E6C-B45F-96394F241963}" type="presParOf" srcId="{CB161600-402A-4D0C-84EB-E59CFBC85868}" destId="{8F673387-F490-46D7-91FC-AC0AD2BC5DC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C9341D43-32F5-4A2D-BED4-1CA582DC68E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384C93B-01FD-47E6-8DA1-D4B93530B8A8}">
      <dgm:prSet/>
      <dgm:spPr/>
      <dgm:t>
        <a:bodyPr/>
        <a:lstStyle/>
        <a:p>
          <a:pPr rtl="0"/>
          <a:r>
            <a:rPr lang="en-US" dirty="0" smtClean="0"/>
            <a:t>Overload: Many PCs share that one IP, and the router tells them apart by port numbers.</a:t>
          </a:r>
          <a:endParaRPr lang="en-US" dirty="0"/>
        </a:p>
      </dgm:t>
    </dgm:pt>
    <dgm:pt modelId="{D592F89E-6123-4910-8CE7-586F6D046382}" type="parTrans" cxnId="{374EC580-33D1-47C8-A20E-1203F6D91D87}">
      <dgm:prSet/>
      <dgm:spPr/>
      <dgm:t>
        <a:bodyPr/>
        <a:lstStyle/>
        <a:p>
          <a:endParaRPr lang="en-US"/>
        </a:p>
      </dgm:t>
    </dgm:pt>
    <dgm:pt modelId="{CAF397C6-9F5D-4E16-B6BD-8A77FFEDB341}" type="sibTrans" cxnId="{374EC580-33D1-47C8-A20E-1203F6D91D87}">
      <dgm:prSet/>
      <dgm:spPr/>
      <dgm:t>
        <a:bodyPr/>
        <a:lstStyle/>
        <a:p>
          <a:endParaRPr lang="en-US"/>
        </a:p>
      </dgm:t>
    </dgm:pt>
    <dgm:pt modelId="{475F84B4-D80C-413B-B66C-56F417B6B670}">
      <dgm:prSet/>
      <dgm:spPr/>
      <dgm:t>
        <a:bodyPr/>
        <a:lstStyle/>
        <a:p>
          <a:pPr rtl="0"/>
          <a:r>
            <a:rPr lang="en-US" dirty="0" smtClean="0"/>
            <a:t>Interfaces: Gi0/0.10 and Gi0/0.20 are ip nat inside, and Gi0/1 (toward ISP_B) is ip nat outside.</a:t>
          </a:r>
          <a:endParaRPr lang="en-US" dirty="0"/>
        </a:p>
      </dgm:t>
    </dgm:pt>
    <dgm:pt modelId="{E195171B-EFAF-4DCF-8255-51C8A92AA27D}" type="parTrans" cxnId="{111EA9A8-14D2-4BA9-A9A8-5870635126E5}">
      <dgm:prSet/>
      <dgm:spPr/>
      <dgm:t>
        <a:bodyPr/>
        <a:lstStyle/>
        <a:p>
          <a:endParaRPr lang="en-US"/>
        </a:p>
      </dgm:t>
    </dgm:pt>
    <dgm:pt modelId="{0EAAEE0E-2F89-4F93-A48D-7800ECE676C1}" type="sibTrans" cxnId="{111EA9A8-14D2-4BA9-A9A8-5870635126E5}">
      <dgm:prSet/>
      <dgm:spPr/>
      <dgm:t>
        <a:bodyPr/>
        <a:lstStyle/>
        <a:p>
          <a:endParaRPr lang="en-US"/>
        </a:p>
      </dgm:t>
    </dgm:pt>
    <dgm:pt modelId="{D2B9908A-F74A-487B-A262-D0191A5D3D24}" type="pres">
      <dgm:prSet presAssocID="{C9341D43-32F5-4A2D-BED4-1CA582DC68EF}" presName="linear" presStyleCnt="0">
        <dgm:presLayoutVars>
          <dgm:animLvl val="lvl"/>
          <dgm:resizeHandles val="exact"/>
        </dgm:presLayoutVars>
      </dgm:prSet>
      <dgm:spPr/>
      <dgm:t>
        <a:bodyPr/>
        <a:lstStyle/>
        <a:p>
          <a:endParaRPr lang="en-US"/>
        </a:p>
      </dgm:t>
    </dgm:pt>
    <dgm:pt modelId="{146CFD51-9036-4403-A36D-426C7F1EA2D2}" type="pres">
      <dgm:prSet presAssocID="{1384C93B-01FD-47E6-8DA1-D4B93530B8A8}" presName="parentText" presStyleLbl="node1" presStyleIdx="0" presStyleCnt="2">
        <dgm:presLayoutVars>
          <dgm:chMax val="0"/>
          <dgm:bulletEnabled val="1"/>
        </dgm:presLayoutVars>
      </dgm:prSet>
      <dgm:spPr/>
      <dgm:t>
        <a:bodyPr/>
        <a:lstStyle/>
        <a:p>
          <a:endParaRPr lang="en-US"/>
        </a:p>
      </dgm:t>
    </dgm:pt>
    <dgm:pt modelId="{8A953C03-9485-4EA6-8D7F-4A6CDC3933E6}" type="pres">
      <dgm:prSet presAssocID="{CAF397C6-9F5D-4E16-B6BD-8A77FFEDB341}" presName="spacer" presStyleCnt="0"/>
      <dgm:spPr/>
    </dgm:pt>
    <dgm:pt modelId="{DB6CEE94-2E9F-449D-83BB-CC57800E5845}" type="pres">
      <dgm:prSet presAssocID="{475F84B4-D80C-413B-B66C-56F417B6B670}" presName="parentText" presStyleLbl="node1" presStyleIdx="1" presStyleCnt="2">
        <dgm:presLayoutVars>
          <dgm:chMax val="0"/>
          <dgm:bulletEnabled val="1"/>
        </dgm:presLayoutVars>
      </dgm:prSet>
      <dgm:spPr/>
      <dgm:t>
        <a:bodyPr/>
        <a:lstStyle/>
        <a:p>
          <a:endParaRPr lang="en-US"/>
        </a:p>
      </dgm:t>
    </dgm:pt>
  </dgm:ptLst>
  <dgm:cxnLst>
    <dgm:cxn modelId="{374EC580-33D1-47C8-A20E-1203F6D91D87}" srcId="{C9341D43-32F5-4A2D-BED4-1CA582DC68EF}" destId="{1384C93B-01FD-47E6-8DA1-D4B93530B8A8}" srcOrd="0" destOrd="0" parTransId="{D592F89E-6123-4910-8CE7-586F6D046382}" sibTransId="{CAF397C6-9F5D-4E16-B6BD-8A77FFEDB341}"/>
    <dgm:cxn modelId="{007C1B86-B86A-4DB8-81B8-F2DF6CFF7D04}" type="presOf" srcId="{475F84B4-D80C-413B-B66C-56F417B6B670}" destId="{DB6CEE94-2E9F-449D-83BB-CC57800E5845}" srcOrd="0" destOrd="0" presId="urn:microsoft.com/office/officeart/2005/8/layout/vList2"/>
    <dgm:cxn modelId="{FE92774E-937D-4F29-9837-589C2C357D62}" type="presOf" srcId="{1384C93B-01FD-47E6-8DA1-D4B93530B8A8}" destId="{146CFD51-9036-4403-A36D-426C7F1EA2D2}" srcOrd="0" destOrd="0" presId="urn:microsoft.com/office/officeart/2005/8/layout/vList2"/>
    <dgm:cxn modelId="{111EA9A8-14D2-4BA9-A9A8-5870635126E5}" srcId="{C9341D43-32F5-4A2D-BED4-1CA582DC68EF}" destId="{475F84B4-D80C-413B-B66C-56F417B6B670}" srcOrd="1" destOrd="0" parTransId="{E195171B-EFAF-4DCF-8255-51C8A92AA27D}" sibTransId="{0EAAEE0E-2F89-4F93-A48D-7800ECE676C1}"/>
    <dgm:cxn modelId="{92832F51-C26B-42E5-895C-3D4396260115}" type="presOf" srcId="{C9341D43-32F5-4A2D-BED4-1CA582DC68EF}" destId="{D2B9908A-F74A-487B-A262-D0191A5D3D24}" srcOrd="0" destOrd="0" presId="urn:microsoft.com/office/officeart/2005/8/layout/vList2"/>
    <dgm:cxn modelId="{9EC419F3-4BCB-4A43-8F61-F9CC759080F0}" type="presParOf" srcId="{D2B9908A-F74A-487B-A262-D0191A5D3D24}" destId="{146CFD51-9036-4403-A36D-426C7F1EA2D2}" srcOrd="0" destOrd="0" presId="urn:microsoft.com/office/officeart/2005/8/layout/vList2"/>
    <dgm:cxn modelId="{BAE3C863-F803-4B09-AE9C-C029EF788CFC}" type="presParOf" srcId="{D2B9908A-F74A-487B-A262-D0191A5D3D24}" destId="{8A953C03-9485-4EA6-8D7F-4A6CDC3933E6}" srcOrd="1" destOrd="0" presId="urn:microsoft.com/office/officeart/2005/8/layout/vList2"/>
    <dgm:cxn modelId="{D23DEE5D-7E1B-4FC1-B38D-003BA366399D}" type="presParOf" srcId="{D2B9908A-F74A-487B-A262-D0191A5D3D24}" destId="{DB6CEE94-2E9F-449D-83BB-CC57800E5845}"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6FE2F86-1EF4-43AA-93B0-12BEA826AA4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4B40E69-61F9-4EB5-A13D-C8A3995C5470}">
      <dgm:prSet/>
      <dgm:spPr/>
      <dgm:t>
        <a:bodyPr/>
        <a:lstStyle/>
        <a:p>
          <a:pPr rtl="0"/>
          <a:r>
            <a:rPr lang="en-US" smtClean="0"/>
            <a:t>Gi0/1: IP 202.0.0.1 with a /30 mask. This is the link to CTG (202.0.0.2).</a:t>
          </a:r>
          <a:endParaRPr lang="en-US"/>
        </a:p>
      </dgm:t>
    </dgm:pt>
    <dgm:pt modelId="{A45C9F1B-437B-4A52-9285-5517938AAD96}" type="parTrans" cxnId="{27509965-B9ED-4E04-9C46-4AF3727F1E0C}">
      <dgm:prSet/>
      <dgm:spPr/>
      <dgm:t>
        <a:bodyPr/>
        <a:lstStyle/>
        <a:p>
          <a:endParaRPr lang="en-US"/>
        </a:p>
      </dgm:t>
    </dgm:pt>
    <dgm:pt modelId="{3E99BAB0-8797-4F1C-9C4E-5954C6DFFCFB}" type="sibTrans" cxnId="{27509965-B9ED-4E04-9C46-4AF3727F1E0C}">
      <dgm:prSet/>
      <dgm:spPr/>
      <dgm:t>
        <a:bodyPr/>
        <a:lstStyle/>
        <a:p>
          <a:endParaRPr lang="en-US"/>
        </a:p>
      </dgm:t>
    </dgm:pt>
    <dgm:pt modelId="{0040E040-F7DC-41C1-AA55-2F145BCCDE17}">
      <dgm:prSet/>
      <dgm:spPr/>
      <dgm:t>
        <a:bodyPr/>
        <a:lstStyle/>
        <a:p>
          <a:pPr rtl="0"/>
          <a:r>
            <a:rPr lang="en-US" dirty="0" smtClean="0"/>
            <a:t>Gi0/0: IP 13.0.0.2 with a /30 mask. This is the link toward IIG, whose side will be 13.0.0.1.</a:t>
          </a:r>
          <a:endParaRPr lang="en-US" dirty="0"/>
        </a:p>
      </dgm:t>
    </dgm:pt>
    <dgm:pt modelId="{8AF97688-B024-4D20-BE4D-445CDFA5BC29}" type="parTrans" cxnId="{3A0F556C-1FB4-4AE1-96B9-E126EA434496}">
      <dgm:prSet/>
      <dgm:spPr/>
      <dgm:t>
        <a:bodyPr/>
        <a:lstStyle/>
        <a:p>
          <a:endParaRPr lang="en-US"/>
        </a:p>
      </dgm:t>
    </dgm:pt>
    <dgm:pt modelId="{CCF2920C-7155-4E70-A34B-3E9661CE1F4A}" type="sibTrans" cxnId="{3A0F556C-1FB4-4AE1-96B9-E126EA434496}">
      <dgm:prSet/>
      <dgm:spPr/>
      <dgm:t>
        <a:bodyPr/>
        <a:lstStyle/>
        <a:p>
          <a:endParaRPr lang="en-US"/>
        </a:p>
      </dgm:t>
    </dgm:pt>
    <dgm:pt modelId="{92C35F70-5817-4AF0-804E-93EB4F407868}">
      <dgm:prSet/>
      <dgm:spPr/>
      <dgm:t>
        <a:bodyPr/>
        <a:lstStyle/>
        <a:p>
          <a:pPr rtl="0"/>
          <a:r>
            <a:rPr lang="en-US" smtClean="0"/>
            <a:t>Default route: Anything ISP_B doesn’t know goes to 13.0.0.1 (IIG).</a:t>
          </a:r>
          <a:endParaRPr lang="en-US"/>
        </a:p>
      </dgm:t>
    </dgm:pt>
    <dgm:pt modelId="{46DFD736-97E5-4D20-B7AA-83C8185E86C1}" type="parTrans" cxnId="{5AA5A9E0-FFA7-4EA7-AEFF-3AC7CB9C8806}">
      <dgm:prSet/>
      <dgm:spPr/>
      <dgm:t>
        <a:bodyPr/>
        <a:lstStyle/>
        <a:p>
          <a:endParaRPr lang="en-US"/>
        </a:p>
      </dgm:t>
    </dgm:pt>
    <dgm:pt modelId="{16EBEB9F-FC25-4EE4-B92D-9E615381D916}" type="sibTrans" cxnId="{5AA5A9E0-FFA7-4EA7-AEFF-3AC7CB9C8806}">
      <dgm:prSet/>
      <dgm:spPr/>
      <dgm:t>
        <a:bodyPr/>
        <a:lstStyle/>
        <a:p>
          <a:endParaRPr lang="en-US"/>
        </a:p>
      </dgm:t>
    </dgm:pt>
    <dgm:pt modelId="{ADE979DF-FC98-427C-9DF0-EB781E608789}" type="pres">
      <dgm:prSet presAssocID="{96FE2F86-1EF4-43AA-93B0-12BEA826AA43}" presName="linear" presStyleCnt="0">
        <dgm:presLayoutVars>
          <dgm:animLvl val="lvl"/>
          <dgm:resizeHandles val="exact"/>
        </dgm:presLayoutVars>
      </dgm:prSet>
      <dgm:spPr/>
      <dgm:t>
        <a:bodyPr/>
        <a:lstStyle/>
        <a:p>
          <a:endParaRPr lang="en-US"/>
        </a:p>
      </dgm:t>
    </dgm:pt>
    <dgm:pt modelId="{12CBF911-5EAC-48A7-A942-1B36A80FCE20}" type="pres">
      <dgm:prSet presAssocID="{F4B40E69-61F9-4EB5-A13D-C8A3995C5470}" presName="parentText" presStyleLbl="node1" presStyleIdx="0" presStyleCnt="3">
        <dgm:presLayoutVars>
          <dgm:chMax val="0"/>
          <dgm:bulletEnabled val="1"/>
        </dgm:presLayoutVars>
      </dgm:prSet>
      <dgm:spPr/>
      <dgm:t>
        <a:bodyPr/>
        <a:lstStyle/>
        <a:p>
          <a:endParaRPr lang="en-US"/>
        </a:p>
      </dgm:t>
    </dgm:pt>
    <dgm:pt modelId="{C1FDC49F-3298-45BF-BFF7-D7A19D3207F8}" type="pres">
      <dgm:prSet presAssocID="{3E99BAB0-8797-4F1C-9C4E-5954C6DFFCFB}" presName="spacer" presStyleCnt="0"/>
      <dgm:spPr/>
    </dgm:pt>
    <dgm:pt modelId="{61E5D44B-37BF-4513-907E-F2254344A7E7}" type="pres">
      <dgm:prSet presAssocID="{0040E040-F7DC-41C1-AA55-2F145BCCDE17}" presName="parentText" presStyleLbl="node1" presStyleIdx="1" presStyleCnt="3">
        <dgm:presLayoutVars>
          <dgm:chMax val="0"/>
          <dgm:bulletEnabled val="1"/>
        </dgm:presLayoutVars>
      </dgm:prSet>
      <dgm:spPr/>
      <dgm:t>
        <a:bodyPr/>
        <a:lstStyle/>
        <a:p>
          <a:endParaRPr lang="en-US"/>
        </a:p>
      </dgm:t>
    </dgm:pt>
    <dgm:pt modelId="{FC06F3E3-A9E5-48DB-B635-986C80AC2EF7}" type="pres">
      <dgm:prSet presAssocID="{CCF2920C-7155-4E70-A34B-3E9661CE1F4A}" presName="spacer" presStyleCnt="0"/>
      <dgm:spPr/>
    </dgm:pt>
    <dgm:pt modelId="{CC9A85F5-E2B2-4626-8D01-27D179DACD2E}" type="pres">
      <dgm:prSet presAssocID="{92C35F70-5817-4AF0-804E-93EB4F407868}" presName="parentText" presStyleLbl="node1" presStyleIdx="2" presStyleCnt="3">
        <dgm:presLayoutVars>
          <dgm:chMax val="0"/>
          <dgm:bulletEnabled val="1"/>
        </dgm:presLayoutVars>
      </dgm:prSet>
      <dgm:spPr/>
      <dgm:t>
        <a:bodyPr/>
        <a:lstStyle/>
        <a:p>
          <a:endParaRPr lang="en-US"/>
        </a:p>
      </dgm:t>
    </dgm:pt>
  </dgm:ptLst>
  <dgm:cxnLst>
    <dgm:cxn modelId="{3A0F556C-1FB4-4AE1-96B9-E126EA434496}" srcId="{96FE2F86-1EF4-43AA-93B0-12BEA826AA43}" destId="{0040E040-F7DC-41C1-AA55-2F145BCCDE17}" srcOrd="1" destOrd="0" parTransId="{8AF97688-B024-4D20-BE4D-445CDFA5BC29}" sibTransId="{CCF2920C-7155-4E70-A34B-3E9661CE1F4A}"/>
    <dgm:cxn modelId="{454BCC59-540B-4D17-9F55-F40B5BC9505D}" type="presOf" srcId="{92C35F70-5817-4AF0-804E-93EB4F407868}" destId="{CC9A85F5-E2B2-4626-8D01-27D179DACD2E}" srcOrd="0" destOrd="0" presId="urn:microsoft.com/office/officeart/2005/8/layout/vList2"/>
    <dgm:cxn modelId="{7387E28C-AADC-445D-8A78-E17A3D470B06}" type="presOf" srcId="{F4B40E69-61F9-4EB5-A13D-C8A3995C5470}" destId="{12CBF911-5EAC-48A7-A942-1B36A80FCE20}" srcOrd="0" destOrd="0" presId="urn:microsoft.com/office/officeart/2005/8/layout/vList2"/>
    <dgm:cxn modelId="{8FD27A76-200B-4C56-A199-DD9BF4AA19BB}" type="presOf" srcId="{96FE2F86-1EF4-43AA-93B0-12BEA826AA43}" destId="{ADE979DF-FC98-427C-9DF0-EB781E608789}" srcOrd="0" destOrd="0" presId="urn:microsoft.com/office/officeart/2005/8/layout/vList2"/>
    <dgm:cxn modelId="{66A37C0B-11CF-4B1B-84F3-940F3EC1113A}" type="presOf" srcId="{0040E040-F7DC-41C1-AA55-2F145BCCDE17}" destId="{61E5D44B-37BF-4513-907E-F2254344A7E7}" srcOrd="0" destOrd="0" presId="urn:microsoft.com/office/officeart/2005/8/layout/vList2"/>
    <dgm:cxn modelId="{5AA5A9E0-FFA7-4EA7-AEFF-3AC7CB9C8806}" srcId="{96FE2F86-1EF4-43AA-93B0-12BEA826AA43}" destId="{92C35F70-5817-4AF0-804E-93EB4F407868}" srcOrd="2" destOrd="0" parTransId="{46DFD736-97E5-4D20-B7AA-83C8185E86C1}" sibTransId="{16EBEB9F-FC25-4EE4-B92D-9E615381D916}"/>
    <dgm:cxn modelId="{27509965-B9ED-4E04-9C46-4AF3727F1E0C}" srcId="{96FE2F86-1EF4-43AA-93B0-12BEA826AA43}" destId="{F4B40E69-61F9-4EB5-A13D-C8A3995C5470}" srcOrd="0" destOrd="0" parTransId="{A45C9F1B-437B-4A52-9285-5517938AAD96}" sibTransId="{3E99BAB0-8797-4F1C-9C4E-5954C6DFFCFB}"/>
    <dgm:cxn modelId="{A8B9F5F6-FD94-45FB-BB53-055E28D26119}" type="presParOf" srcId="{ADE979DF-FC98-427C-9DF0-EB781E608789}" destId="{12CBF911-5EAC-48A7-A942-1B36A80FCE20}" srcOrd="0" destOrd="0" presId="urn:microsoft.com/office/officeart/2005/8/layout/vList2"/>
    <dgm:cxn modelId="{568C1387-358D-49B6-93D3-740037FB4719}" type="presParOf" srcId="{ADE979DF-FC98-427C-9DF0-EB781E608789}" destId="{C1FDC49F-3298-45BF-BFF7-D7A19D3207F8}" srcOrd="1" destOrd="0" presId="urn:microsoft.com/office/officeart/2005/8/layout/vList2"/>
    <dgm:cxn modelId="{4297B2DE-1D4D-4604-AF7E-79D3E01BEAB6}" type="presParOf" srcId="{ADE979DF-FC98-427C-9DF0-EB781E608789}" destId="{61E5D44B-37BF-4513-907E-F2254344A7E7}" srcOrd="2" destOrd="0" presId="urn:microsoft.com/office/officeart/2005/8/layout/vList2"/>
    <dgm:cxn modelId="{21988982-D474-445F-9C2F-5E3115DE2E8A}" type="presParOf" srcId="{ADE979DF-FC98-427C-9DF0-EB781E608789}" destId="{FC06F3E3-A9E5-48DB-B635-986C80AC2EF7}" srcOrd="3" destOrd="0" presId="urn:microsoft.com/office/officeart/2005/8/layout/vList2"/>
    <dgm:cxn modelId="{004B8348-EA9D-47D0-948A-13C5858AF510}" type="presParOf" srcId="{ADE979DF-FC98-427C-9DF0-EB781E608789}" destId="{CC9A85F5-E2B2-4626-8D01-27D179DACD2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9A96B9CA-3A0D-45DF-863D-CEB24B1F832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A4BBF86-E172-411F-B7E0-427C90D94DD3}">
      <dgm:prSet/>
      <dgm:spPr/>
      <dgm:t>
        <a:bodyPr/>
        <a:lstStyle/>
        <a:p>
          <a:pPr rtl="0"/>
          <a:r>
            <a:rPr lang="en-US" smtClean="0"/>
            <a:t>Gi0/0: IP 11.10.10.2 with a /30 mask. This is the link to ISP_A (11.10.10.1).</a:t>
          </a:r>
          <a:endParaRPr lang="en-US"/>
        </a:p>
      </dgm:t>
    </dgm:pt>
    <dgm:pt modelId="{3AB479F7-FAC8-47B7-AEC4-1088607CDC6E}" type="parTrans" cxnId="{8DFFCAF1-A399-4AA3-B76F-3BFAE5DB6879}">
      <dgm:prSet/>
      <dgm:spPr/>
      <dgm:t>
        <a:bodyPr/>
        <a:lstStyle/>
        <a:p>
          <a:endParaRPr lang="en-US"/>
        </a:p>
      </dgm:t>
    </dgm:pt>
    <dgm:pt modelId="{D1AE9494-0372-42CD-9DD3-6AB64C495658}" type="sibTrans" cxnId="{8DFFCAF1-A399-4AA3-B76F-3BFAE5DB6879}">
      <dgm:prSet/>
      <dgm:spPr/>
      <dgm:t>
        <a:bodyPr/>
        <a:lstStyle/>
        <a:p>
          <a:endParaRPr lang="en-US"/>
        </a:p>
      </dgm:t>
    </dgm:pt>
    <dgm:pt modelId="{43005432-C8CF-4296-BCBC-F1747F2BDBA2}">
      <dgm:prSet/>
      <dgm:spPr/>
      <dgm:t>
        <a:bodyPr/>
        <a:lstStyle/>
        <a:p>
          <a:pPr rtl="0"/>
          <a:r>
            <a:rPr lang="en-US" smtClean="0"/>
            <a:t>Gi0/1: IP 13.0.0.1 with a /30 mask. This is the link to ISP_B (13.0.0.2).</a:t>
          </a:r>
          <a:endParaRPr lang="en-US"/>
        </a:p>
      </dgm:t>
    </dgm:pt>
    <dgm:pt modelId="{FA241828-49C2-41F1-AA80-16990482ACD1}" type="parTrans" cxnId="{51BA1E9A-59D7-4D18-A483-C3D7D9FC9769}">
      <dgm:prSet/>
      <dgm:spPr/>
      <dgm:t>
        <a:bodyPr/>
        <a:lstStyle/>
        <a:p>
          <a:endParaRPr lang="en-US"/>
        </a:p>
      </dgm:t>
    </dgm:pt>
    <dgm:pt modelId="{2D2C08AB-1811-41AC-AD8C-6728D68B94D6}" type="sibTrans" cxnId="{51BA1E9A-59D7-4D18-A483-C3D7D9FC9769}">
      <dgm:prSet/>
      <dgm:spPr/>
      <dgm:t>
        <a:bodyPr/>
        <a:lstStyle/>
        <a:p>
          <a:endParaRPr lang="en-US"/>
        </a:p>
      </dgm:t>
    </dgm:pt>
    <dgm:pt modelId="{562A74B7-28C8-454C-8D13-F7D74860E07B}">
      <dgm:prSet/>
      <dgm:spPr/>
      <dgm:t>
        <a:bodyPr/>
        <a:lstStyle/>
        <a:p>
          <a:pPr rtl="0"/>
          <a:r>
            <a:rPr lang="en-US" smtClean="0"/>
            <a:t>Gi0/2: IP 12.0.0.1 with a /30 mask. This is the link to ISP_C (12.0.0.2).</a:t>
          </a:r>
          <a:endParaRPr lang="en-US"/>
        </a:p>
      </dgm:t>
    </dgm:pt>
    <dgm:pt modelId="{5DB5C9AC-7168-4208-B7BE-3B8F3D149C13}" type="parTrans" cxnId="{EE176293-7B89-4252-A2A6-FBA6EBBB5764}">
      <dgm:prSet/>
      <dgm:spPr/>
      <dgm:t>
        <a:bodyPr/>
        <a:lstStyle/>
        <a:p>
          <a:endParaRPr lang="en-US"/>
        </a:p>
      </dgm:t>
    </dgm:pt>
    <dgm:pt modelId="{229F153E-A244-4B09-9644-7976A3B2230F}" type="sibTrans" cxnId="{EE176293-7B89-4252-A2A6-FBA6EBBB5764}">
      <dgm:prSet/>
      <dgm:spPr/>
      <dgm:t>
        <a:bodyPr/>
        <a:lstStyle/>
        <a:p>
          <a:endParaRPr lang="en-US"/>
        </a:p>
      </dgm:t>
    </dgm:pt>
    <dgm:pt modelId="{A93AAFD6-24F0-4957-8212-8282FC508BE8}" type="pres">
      <dgm:prSet presAssocID="{9A96B9CA-3A0D-45DF-863D-CEB24B1F8328}" presName="linear" presStyleCnt="0">
        <dgm:presLayoutVars>
          <dgm:animLvl val="lvl"/>
          <dgm:resizeHandles val="exact"/>
        </dgm:presLayoutVars>
      </dgm:prSet>
      <dgm:spPr/>
      <dgm:t>
        <a:bodyPr/>
        <a:lstStyle/>
        <a:p>
          <a:endParaRPr lang="en-US"/>
        </a:p>
      </dgm:t>
    </dgm:pt>
    <dgm:pt modelId="{EA5EDEEF-C684-4166-AD56-1A2D840FBD8C}" type="pres">
      <dgm:prSet presAssocID="{EA4BBF86-E172-411F-B7E0-427C90D94DD3}" presName="parentText" presStyleLbl="node1" presStyleIdx="0" presStyleCnt="3">
        <dgm:presLayoutVars>
          <dgm:chMax val="0"/>
          <dgm:bulletEnabled val="1"/>
        </dgm:presLayoutVars>
      </dgm:prSet>
      <dgm:spPr/>
      <dgm:t>
        <a:bodyPr/>
        <a:lstStyle/>
        <a:p>
          <a:endParaRPr lang="en-US"/>
        </a:p>
      </dgm:t>
    </dgm:pt>
    <dgm:pt modelId="{55A15D9E-7D88-4934-A783-0854EC6E6872}" type="pres">
      <dgm:prSet presAssocID="{D1AE9494-0372-42CD-9DD3-6AB64C495658}" presName="spacer" presStyleCnt="0"/>
      <dgm:spPr/>
    </dgm:pt>
    <dgm:pt modelId="{12750606-8C44-48E3-A2C9-9C067B33E2DC}" type="pres">
      <dgm:prSet presAssocID="{43005432-C8CF-4296-BCBC-F1747F2BDBA2}" presName="parentText" presStyleLbl="node1" presStyleIdx="1" presStyleCnt="3">
        <dgm:presLayoutVars>
          <dgm:chMax val="0"/>
          <dgm:bulletEnabled val="1"/>
        </dgm:presLayoutVars>
      </dgm:prSet>
      <dgm:spPr/>
      <dgm:t>
        <a:bodyPr/>
        <a:lstStyle/>
        <a:p>
          <a:endParaRPr lang="en-US"/>
        </a:p>
      </dgm:t>
    </dgm:pt>
    <dgm:pt modelId="{70EA20DA-4233-44B1-8249-84AD8281F12D}" type="pres">
      <dgm:prSet presAssocID="{2D2C08AB-1811-41AC-AD8C-6728D68B94D6}" presName="spacer" presStyleCnt="0"/>
      <dgm:spPr/>
    </dgm:pt>
    <dgm:pt modelId="{C4DE0E37-781D-4F66-AB09-7AC383A77C3A}" type="pres">
      <dgm:prSet presAssocID="{562A74B7-28C8-454C-8D13-F7D74860E07B}" presName="parentText" presStyleLbl="node1" presStyleIdx="2" presStyleCnt="3">
        <dgm:presLayoutVars>
          <dgm:chMax val="0"/>
          <dgm:bulletEnabled val="1"/>
        </dgm:presLayoutVars>
      </dgm:prSet>
      <dgm:spPr/>
      <dgm:t>
        <a:bodyPr/>
        <a:lstStyle/>
        <a:p>
          <a:endParaRPr lang="en-US"/>
        </a:p>
      </dgm:t>
    </dgm:pt>
  </dgm:ptLst>
  <dgm:cxnLst>
    <dgm:cxn modelId="{EE176293-7B89-4252-A2A6-FBA6EBBB5764}" srcId="{9A96B9CA-3A0D-45DF-863D-CEB24B1F8328}" destId="{562A74B7-28C8-454C-8D13-F7D74860E07B}" srcOrd="2" destOrd="0" parTransId="{5DB5C9AC-7168-4208-B7BE-3B8F3D149C13}" sibTransId="{229F153E-A244-4B09-9644-7976A3B2230F}"/>
    <dgm:cxn modelId="{51BA1E9A-59D7-4D18-A483-C3D7D9FC9769}" srcId="{9A96B9CA-3A0D-45DF-863D-CEB24B1F8328}" destId="{43005432-C8CF-4296-BCBC-F1747F2BDBA2}" srcOrd="1" destOrd="0" parTransId="{FA241828-49C2-41F1-AA80-16990482ACD1}" sibTransId="{2D2C08AB-1811-41AC-AD8C-6728D68B94D6}"/>
    <dgm:cxn modelId="{2004BB7A-77DD-48AD-A137-A26CC72A8BAA}" type="presOf" srcId="{562A74B7-28C8-454C-8D13-F7D74860E07B}" destId="{C4DE0E37-781D-4F66-AB09-7AC383A77C3A}" srcOrd="0" destOrd="0" presId="urn:microsoft.com/office/officeart/2005/8/layout/vList2"/>
    <dgm:cxn modelId="{8DFFCAF1-A399-4AA3-B76F-3BFAE5DB6879}" srcId="{9A96B9CA-3A0D-45DF-863D-CEB24B1F8328}" destId="{EA4BBF86-E172-411F-B7E0-427C90D94DD3}" srcOrd="0" destOrd="0" parTransId="{3AB479F7-FAC8-47B7-AEC4-1088607CDC6E}" sibTransId="{D1AE9494-0372-42CD-9DD3-6AB64C495658}"/>
    <dgm:cxn modelId="{9FAF2EB1-64C3-442B-BF9F-D416E135E33A}" type="presOf" srcId="{9A96B9CA-3A0D-45DF-863D-CEB24B1F8328}" destId="{A93AAFD6-24F0-4957-8212-8282FC508BE8}" srcOrd="0" destOrd="0" presId="urn:microsoft.com/office/officeart/2005/8/layout/vList2"/>
    <dgm:cxn modelId="{B482708C-DB22-4817-90D3-D854B77587BA}" type="presOf" srcId="{43005432-C8CF-4296-BCBC-F1747F2BDBA2}" destId="{12750606-8C44-48E3-A2C9-9C067B33E2DC}" srcOrd="0" destOrd="0" presId="urn:microsoft.com/office/officeart/2005/8/layout/vList2"/>
    <dgm:cxn modelId="{07848C0D-9EEA-4BD0-B4DD-3AA0D4FE6EF9}" type="presOf" srcId="{EA4BBF86-E172-411F-B7E0-427C90D94DD3}" destId="{EA5EDEEF-C684-4166-AD56-1A2D840FBD8C}" srcOrd="0" destOrd="0" presId="urn:microsoft.com/office/officeart/2005/8/layout/vList2"/>
    <dgm:cxn modelId="{9CEC4DC3-2A99-4F02-B8E3-915C2BBADE1A}" type="presParOf" srcId="{A93AAFD6-24F0-4957-8212-8282FC508BE8}" destId="{EA5EDEEF-C684-4166-AD56-1A2D840FBD8C}" srcOrd="0" destOrd="0" presId="urn:microsoft.com/office/officeart/2005/8/layout/vList2"/>
    <dgm:cxn modelId="{F7D911ED-546D-4258-8CFD-5BD9A76CCCF6}" type="presParOf" srcId="{A93AAFD6-24F0-4957-8212-8282FC508BE8}" destId="{55A15D9E-7D88-4934-A783-0854EC6E6872}" srcOrd="1" destOrd="0" presId="urn:microsoft.com/office/officeart/2005/8/layout/vList2"/>
    <dgm:cxn modelId="{2DD2DCC6-8E07-47ED-8B43-B4A549D5F1C3}" type="presParOf" srcId="{A93AAFD6-24F0-4957-8212-8282FC508BE8}" destId="{12750606-8C44-48E3-A2C9-9C067B33E2DC}" srcOrd="2" destOrd="0" presId="urn:microsoft.com/office/officeart/2005/8/layout/vList2"/>
    <dgm:cxn modelId="{9D4787AE-E8FE-454A-989D-28B7BCF74BE3}" type="presParOf" srcId="{A93AAFD6-24F0-4957-8212-8282FC508BE8}" destId="{70EA20DA-4233-44B1-8249-84AD8281F12D}" srcOrd="3" destOrd="0" presId="urn:microsoft.com/office/officeart/2005/8/layout/vList2"/>
    <dgm:cxn modelId="{39D1A7B8-81FE-47A1-9EEC-1CFE3EDB6D6B}" type="presParOf" srcId="{A93AAFD6-24F0-4957-8212-8282FC508BE8}" destId="{C4DE0E37-781D-4F66-AB09-7AC383A77C3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DF7B4187-77BD-4E2A-9870-976351D5537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C175AF4-A547-43E8-BE0B-4E663C8183F7}">
      <dgm:prSet/>
      <dgm:spPr/>
      <dgm:t>
        <a:bodyPr/>
        <a:lstStyle/>
        <a:p>
          <a:pPr rtl="0"/>
          <a:r>
            <a:rPr lang="en-US" smtClean="0"/>
            <a:t>IIG is AS 1000. It is the center and peers with all three ISPs.</a:t>
          </a:r>
          <a:endParaRPr lang="en-US"/>
        </a:p>
      </dgm:t>
    </dgm:pt>
    <dgm:pt modelId="{11DF11B1-7591-457E-A180-0FD4750812E3}" type="parTrans" cxnId="{8AD36099-34CA-492E-89BE-A38EF9B83753}">
      <dgm:prSet/>
      <dgm:spPr/>
      <dgm:t>
        <a:bodyPr/>
        <a:lstStyle/>
        <a:p>
          <a:endParaRPr lang="en-US"/>
        </a:p>
      </dgm:t>
    </dgm:pt>
    <dgm:pt modelId="{6A5F5B0F-3340-4247-9CDE-6CF010D2F730}" type="sibTrans" cxnId="{8AD36099-34CA-492E-89BE-A38EF9B83753}">
      <dgm:prSet/>
      <dgm:spPr/>
      <dgm:t>
        <a:bodyPr/>
        <a:lstStyle/>
        <a:p>
          <a:endParaRPr lang="en-US"/>
        </a:p>
      </dgm:t>
    </dgm:pt>
    <dgm:pt modelId="{3AA30655-6A66-4FCD-B872-D798BF393FF5}">
      <dgm:prSet/>
      <dgm:spPr/>
      <dgm:t>
        <a:bodyPr/>
        <a:lstStyle/>
        <a:p>
          <a:pPr rtl="0"/>
          <a:r>
            <a:rPr lang="en-US" smtClean="0"/>
            <a:t>ISP_A is AS 1001, ISP_C is AS 1002, ISP_B is AS 1003. Each ISP peers with IIG (eBGP, because the AS numbers are different).</a:t>
          </a:r>
          <a:endParaRPr lang="en-US"/>
        </a:p>
      </dgm:t>
    </dgm:pt>
    <dgm:pt modelId="{E24635AE-349E-4F28-80DE-9A89D26B8360}" type="parTrans" cxnId="{C9DC10FD-2297-4250-8632-5B49762D5836}">
      <dgm:prSet/>
      <dgm:spPr/>
      <dgm:t>
        <a:bodyPr/>
        <a:lstStyle/>
        <a:p>
          <a:endParaRPr lang="en-US"/>
        </a:p>
      </dgm:t>
    </dgm:pt>
    <dgm:pt modelId="{EF7E72A9-B711-4442-8E56-40AB3D50429D}" type="sibTrans" cxnId="{C9DC10FD-2297-4250-8632-5B49762D5836}">
      <dgm:prSet/>
      <dgm:spPr/>
      <dgm:t>
        <a:bodyPr/>
        <a:lstStyle/>
        <a:p>
          <a:endParaRPr lang="en-US"/>
        </a:p>
      </dgm:t>
    </dgm:pt>
    <dgm:pt modelId="{AC1387FE-B41C-4032-8028-A77A77432C7E}">
      <dgm:prSet/>
      <dgm:spPr/>
      <dgm:t>
        <a:bodyPr/>
        <a:lstStyle/>
        <a:p>
          <a:pPr rtl="0"/>
          <a:r>
            <a:rPr lang="en-US" smtClean="0"/>
            <a:t>neighbor ... remote-as: Tells the router who its BGP partner is and which AS it belongs to. Both sides must point to each other.</a:t>
          </a:r>
          <a:endParaRPr lang="en-US"/>
        </a:p>
      </dgm:t>
    </dgm:pt>
    <dgm:pt modelId="{3A78B40C-E027-4060-BC3E-97F4C742177D}" type="parTrans" cxnId="{29E7CCD5-AAF8-4185-B84C-C6E381F9DBCF}">
      <dgm:prSet/>
      <dgm:spPr/>
      <dgm:t>
        <a:bodyPr/>
        <a:lstStyle/>
        <a:p>
          <a:endParaRPr lang="en-US"/>
        </a:p>
      </dgm:t>
    </dgm:pt>
    <dgm:pt modelId="{E1889E90-E102-465D-9A1D-A7AC4FD7E17E}" type="sibTrans" cxnId="{29E7CCD5-AAF8-4185-B84C-C6E381F9DBCF}">
      <dgm:prSet/>
      <dgm:spPr/>
      <dgm:t>
        <a:bodyPr/>
        <a:lstStyle/>
        <a:p>
          <a:endParaRPr lang="en-US"/>
        </a:p>
      </dgm:t>
    </dgm:pt>
    <dgm:pt modelId="{D1336EDE-3459-4DAB-B34F-354E7B01B202}">
      <dgm:prSet/>
      <dgm:spPr/>
      <dgm:t>
        <a:bodyPr/>
        <a:lstStyle/>
        <a:p>
          <a:pPr rtl="0"/>
          <a:r>
            <a:rPr lang="en-US" dirty="0" smtClean="0"/>
            <a:t>network: Advertises a network to the partner. Each ISP advertises its customer link (200.0.0.0, 201.0.0.0, 202.0.0.0) and its link to IIG.</a:t>
          </a:r>
          <a:endParaRPr lang="en-US" dirty="0"/>
        </a:p>
      </dgm:t>
    </dgm:pt>
    <dgm:pt modelId="{F8997B34-8B5C-48E1-B725-994B113975E1}" type="parTrans" cxnId="{20685B09-DBCA-4427-A148-F35C0DBC6DF4}">
      <dgm:prSet/>
      <dgm:spPr/>
      <dgm:t>
        <a:bodyPr/>
        <a:lstStyle/>
        <a:p>
          <a:endParaRPr lang="en-US"/>
        </a:p>
      </dgm:t>
    </dgm:pt>
    <dgm:pt modelId="{537489C6-E765-45FF-9004-2E09A6A49407}" type="sibTrans" cxnId="{20685B09-DBCA-4427-A148-F35C0DBC6DF4}">
      <dgm:prSet/>
      <dgm:spPr/>
      <dgm:t>
        <a:bodyPr/>
        <a:lstStyle/>
        <a:p>
          <a:endParaRPr lang="en-US"/>
        </a:p>
      </dgm:t>
    </dgm:pt>
    <dgm:pt modelId="{7674869E-6E9E-4FF7-95A0-5F81F41E79C4}" type="pres">
      <dgm:prSet presAssocID="{DF7B4187-77BD-4E2A-9870-976351D5537F}" presName="linear" presStyleCnt="0">
        <dgm:presLayoutVars>
          <dgm:animLvl val="lvl"/>
          <dgm:resizeHandles val="exact"/>
        </dgm:presLayoutVars>
      </dgm:prSet>
      <dgm:spPr/>
      <dgm:t>
        <a:bodyPr/>
        <a:lstStyle/>
        <a:p>
          <a:endParaRPr lang="en-US"/>
        </a:p>
      </dgm:t>
    </dgm:pt>
    <dgm:pt modelId="{FE24FE00-092F-4373-A4C2-9536060F4D08}" type="pres">
      <dgm:prSet presAssocID="{FC175AF4-A547-43E8-BE0B-4E663C8183F7}" presName="parentText" presStyleLbl="node1" presStyleIdx="0" presStyleCnt="4">
        <dgm:presLayoutVars>
          <dgm:chMax val="0"/>
          <dgm:bulletEnabled val="1"/>
        </dgm:presLayoutVars>
      </dgm:prSet>
      <dgm:spPr/>
      <dgm:t>
        <a:bodyPr/>
        <a:lstStyle/>
        <a:p>
          <a:endParaRPr lang="en-US"/>
        </a:p>
      </dgm:t>
    </dgm:pt>
    <dgm:pt modelId="{5116E162-5AA3-4C2A-BB3A-CEBD36658396}" type="pres">
      <dgm:prSet presAssocID="{6A5F5B0F-3340-4247-9CDE-6CF010D2F730}" presName="spacer" presStyleCnt="0"/>
      <dgm:spPr/>
    </dgm:pt>
    <dgm:pt modelId="{384A3659-1299-4250-85F9-9C2F6FBB7CEC}" type="pres">
      <dgm:prSet presAssocID="{3AA30655-6A66-4FCD-B872-D798BF393FF5}" presName="parentText" presStyleLbl="node1" presStyleIdx="1" presStyleCnt="4">
        <dgm:presLayoutVars>
          <dgm:chMax val="0"/>
          <dgm:bulletEnabled val="1"/>
        </dgm:presLayoutVars>
      </dgm:prSet>
      <dgm:spPr/>
      <dgm:t>
        <a:bodyPr/>
        <a:lstStyle/>
        <a:p>
          <a:endParaRPr lang="en-US"/>
        </a:p>
      </dgm:t>
    </dgm:pt>
    <dgm:pt modelId="{7DB82651-6456-4E5E-9FB6-35C41CF778CE}" type="pres">
      <dgm:prSet presAssocID="{EF7E72A9-B711-4442-8E56-40AB3D50429D}" presName="spacer" presStyleCnt="0"/>
      <dgm:spPr/>
    </dgm:pt>
    <dgm:pt modelId="{BB9CC508-CDCF-4075-9808-5948C326A451}" type="pres">
      <dgm:prSet presAssocID="{AC1387FE-B41C-4032-8028-A77A77432C7E}" presName="parentText" presStyleLbl="node1" presStyleIdx="2" presStyleCnt="4">
        <dgm:presLayoutVars>
          <dgm:chMax val="0"/>
          <dgm:bulletEnabled val="1"/>
        </dgm:presLayoutVars>
      </dgm:prSet>
      <dgm:spPr/>
      <dgm:t>
        <a:bodyPr/>
        <a:lstStyle/>
        <a:p>
          <a:endParaRPr lang="en-US"/>
        </a:p>
      </dgm:t>
    </dgm:pt>
    <dgm:pt modelId="{1F5053CF-BFA5-455C-A293-49BC1C6FB22F}" type="pres">
      <dgm:prSet presAssocID="{E1889E90-E102-465D-9A1D-A7AC4FD7E17E}" presName="spacer" presStyleCnt="0"/>
      <dgm:spPr/>
    </dgm:pt>
    <dgm:pt modelId="{C87AD8DC-F46A-487C-9258-D5A135FC9B22}" type="pres">
      <dgm:prSet presAssocID="{D1336EDE-3459-4DAB-B34F-354E7B01B202}" presName="parentText" presStyleLbl="node1" presStyleIdx="3" presStyleCnt="4">
        <dgm:presLayoutVars>
          <dgm:chMax val="0"/>
          <dgm:bulletEnabled val="1"/>
        </dgm:presLayoutVars>
      </dgm:prSet>
      <dgm:spPr/>
      <dgm:t>
        <a:bodyPr/>
        <a:lstStyle/>
        <a:p>
          <a:endParaRPr lang="en-US"/>
        </a:p>
      </dgm:t>
    </dgm:pt>
  </dgm:ptLst>
  <dgm:cxnLst>
    <dgm:cxn modelId="{CC53EDDD-920A-4CF1-B5B6-70686C569329}" type="presOf" srcId="{FC175AF4-A547-43E8-BE0B-4E663C8183F7}" destId="{FE24FE00-092F-4373-A4C2-9536060F4D08}" srcOrd="0" destOrd="0" presId="urn:microsoft.com/office/officeart/2005/8/layout/vList2"/>
    <dgm:cxn modelId="{1447FBBD-5EB8-4666-A975-F5AE1728930C}" type="presOf" srcId="{3AA30655-6A66-4FCD-B872-D798BF393FF5}" destId="{384A3659-1299-4250-85F9-9C2F6FBB7CEC}" srcOrd="0" destOrd="0" presId="urn:microsoft.com/office/officeart/2005/8/layout/vList2"/>
    <dgm:cxn modelId="{C9DC10FD-2297-4250-8632-5B49762D5836}" srcId="{DF7B4187-77BD-4E2A-9870-976351D5537F}" destId="{3AA30655-6A66-4FCD-B872-D798BF393FF5}" srcOrd="1" destOrd="0" parTransId="{E24635AE-349E-4F28-80DE-9A89D26B8360}" sibTransId="{EF7E72A9-B711-4442-8E56-40AB3D50429D}"/>
    <dgm:cxn modelId="{8FFE38F3-0E51-42A0-9491-ADD30F7F14CD}" type="presOf" srcId="{DF7B4187-77BD-4E2A-9870-976351D5537F}" destId="{7674869E-6E9E-4FF7-95A0-5F81F41E79C4}" srcOrd="0" destOrd="0" presId="urn:microsoft.com/office/officeart/2005/8/layout/vList2"/>
    <dgm:cxn modelId="{20685B09-DBCA-4427-A148-F35C0DBC6DF4}" srcId="{DF7B4187-77BD-4E2A-9870-976351D5537F}" destId="{D1336EDE-3459-4DAB-B34F-354E7B01B202}" srcOrd="3" destOrd="0" parTransId="{F8997B34-8B5C-48E1-B725-994B113975E1}" sibTransId="{537489C6-E765-45FF-9004-2E09A6A49407}"/>
    <dgm:cxn modelId="{EFB7EF76-1815-4AC4-9C98-56A19296C15A}" type="presOf" srcId="{AC1387FE-B41C-4032-8028-A77A77432C7E}" destId="{BB9CC508-CDCF-4075-9808-5948C326A451}" srcOrd="0" destOrd="0" presId="urn:microsoft.com/office/officeart/2005/8/layout/vList2"/>
    <dgm:cxn modelId="{29E7CCD5-AAF8-4185-B84C-C6E381F9DBCF}" srcId="{DF7B4187-77BD-4E2A-9870-976351D5537F}" destId="{AC1387FE-B41C-4032-8028-A77A77432C7E}" srcOrd="2" destOrd="0" parTransId="{3A78B40C-E027-4060-BC3E-97F4C742177D}" sibTransId="{E1889E90-E102-465D-9A1D-A7AC4FD7E17E}"/>
    <dgm:cxn modelId="{8AD36099-34CA-492E-89BE-A38EF9B83753}" srcId="{DF7B4187-77BD-4E2A-9870-976351D5537F}" destId="{FC175AF4-A547-43E8-BE0B-4E663C8183F7}" srcOrd="0" destOrd="0" parTransId="{11DF11B1-7591-457E-A180-0FD4750812E3}" sibTransId="{6A5F5B0F-3340-4247-9CDE-6CF010D2F730}"/>
    <dgm:cxn modelId="{BBB35C0C-6110-4D46-A58B-79C4AA346CF9}" type="presOf" srcId="{D1336EDE-3459-4DAB-B34F-354E7B01B202}" destId="{C87AD8DC-F46A-487C-9258-D5A135FC9B22}" srcOrd="0" destOrd="0" presId="urn:microsoft.com/office/officeart/2005/8/layout/vList2"/>
    <dgm:cxn modelId="{3F0E796C-ADFD-4358-83FA-820A3B4AA312}" type="presParOf" srcId="{7674869E-6E9E-4FF7-95A0-5F81F41E79C4}" destId="{FE24FE00-092F-4373-A4C2-9536060F4D08}" srcOrd="0" destOrd="0" presId="urn:microsoft.com/office/officeart/2005/8/layout/vList2"/>
    <dgm:cxn modelId="{8F42039A-DABE-4C2B-A1A5-206F7CB98722}" type="presParOf" srcId="{7674869E-6E9E-4FF7-95A0-5F81F41E79C4}" destId="{5116E162-5AA3-4C2A-BB3A-CEBD36658396}" srcOrd="1" destOrd="0" presId="urn:microsoft.com/office/officeart/2005/8/layout/vList2"/>
    <dgm:cxn modelId="{486D9EDB-7DB6-4318-A9FC-7A2D04EE3EA6}" type="presParOf" srcId="{7674869E-6E9E-4FF7-95A0-5F81F41E79C4}" destId="{384A3659-1299-4250-85F9-9C2F6FBB7CEC}" srcOrd="2" destOrd="0" presId="urn:microsoft.com/office/officeart/2005/8/layout/vList2"/>
    <dgm:cxn modelId="{00726798-ED15-4D41-BDD6-3D15DD051FCA}" type="presParOf" srcId="{7674869E-6E9E-4FF7-95A0-5F81F41E79C4}" destId="{7DB82651-6456-4E5E-9FB6-35C41CF778CE}" srcOrd="3" destOrd="0" presId="urn:microsoft.com/office/officeart/2005/8/layout/vList2"/>
    <dgm:cxn modelId="{D2B11112-F1CA-45B1-B767-41FF42E2C140}" type="presParOf" srcId="{7674869E-6E9E-4FF7-95A0-5F81F41E79C4}" destId="{BB9CC508-CDCF-4075-9808-5948C326A451}" srcOrd="4" destOrd="0" presId="urn:microsoft.com/office/officeart/2005/8/layout/vList2"/>
    <dgm:cxn modelId="{23E6CDE7-8778-4DAF-AD04-A41BA64747FC}" type="presParOf" srcId="{7674869E-6E9E-4FF7-95A0-5F81F41E79C4}" destId="{1F5053CF-BFA5-455C-A293-49BC1C6FB22F}" srcOrd="5" destOrd="0" presId="urn:microsoft.com/office/officeart/2005/8/layout/vList2"/>
    <dgm:cxn modelId="{3D97DE16-B4AB-478C-A8F4-1BB49D6C0FFF}" type="presParOf" srcId="{7674869E-6E9E-4FF7-95A0-5F81F41E79C4}" destId="{C87AD8DC-F46A-487C-9258-D5A135FC9B2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8D802E19-67FA-4655-88D9-36ECD8AC2A8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03A7CD7-14EE-409D-A112-419D1F3FD12F}">
      <dgm:prSet/>
      <dgm:spPr/>
      <dgm:t>
        <a:bodyPr/>
        <a:lstStyle/>
        <a:p>
          <a:pPr rtl="0"/>
          <a:r>
            <a:rPr lang="en-US" smtClean="0"/>
            <a:t>Tunnel 1: IP 10.0.0.1/30. It goes from DHAKA’s Gi0/1 (200.0.0.1) to CUMILLA’s public IP, 201.0.0.2.</a:t>
          </a:r>
          <a:endParaRPr lang="en-US"/>
        </a:p>
      </dgm:t>
    </dgm:pt>
    <dgm:pt modelId="{B71F8FB9-1940-43F1-839D-591FD5ED13B1}" type="parTrans" cxnId="{8973B0F9-9EC0-4312-81CB-62D323EED474}">
      <dgm:prSet/>
      <dgm:spPr/>
      <dgm:t>
        <a:bodyPr/>
        <a:lstStyle/>
        <a:p>
          <a:endParaRPr lang="en-US"/>
        </a:p>
      </dgm:t>
    </dgm:pt>
    <dgm:pt modelId="{0221A7A9-AB95-40DF-B05C-CD40B1E1810A}" type="sibTrans" cxnId="{8973B0F9-9EC0-4312-81CB-62D323EED474}">
      <dgm:prSet/>
      <dgm:spPr/>
      <dgm:t>
        <a:bodyPr/>
        <a:lstStyle/>
        <a:p>
          <a:endParaRPr lang="en-US"/>
        </a:p>
      </dgm:t>
    </dgm:pt>
    <dgm:pt modelId="{E0ECD40F-F0BD-44BB-81F1-8E32C6DE5347}">
      <dgm:prSet/>
      <dgm:spPr/>
      <dgm:t>
        <a:bodyPr/>
        <a:lstStyle/>
        <a:p>
          <a:pPr rtl="0"/>
          <a:r>
            <a:rPr lang="en-US" smtClean="0"/>
            <a:t>Tunnel 2: IP 10.0.0.5/30. It goes from DHAKA’s Gi0/1 to CTG’s public IP, 202.0.0.2.</a:t>
          </a:r>
          <a:endParaRPr lang="en-US"/>
        </a:p>
      </dgm:t>
    </dgm:pt>
    <dgm:pt modelId="{1E9F655C-48AB-4BD6-8CCE-9CBC695CF4F3}" type="parTrans" cxnId="{3B6C143D-A65A-432A-A66E-9233B1C34B02}">
      <dgm:prSet/>
      <dgm:spPr/>
      <dgm:t>
        <a:bodyPr/>
        <a:lstStyle/>
        <a:p>
          <a:endParaRPr lang="en-US"/>
        </a:p>
      </dgm:t>
    </dgm:pt>
    <dgm:pt modelId="{6F441846-B83A-425A-AB6C-E599146DB86D}" type="sibTrans" cxnId="{3B6C143D-A65A-432A-A66E-9233B1C34B02}">
      <dgm:prSet/>
      <dgm:spPr/>
      <dgm:t>
        <a:bodyPr/>
        <a:lstStyle/>
        <a:p>
          <a:endParaRPr lang="en-US"/>
        </a:p>
      </dgm:t>
    </dgm:pt>
    <dgm:pt modelId="{F4DB432E-14B8-478C-BE80-7E855245809E}">
      <dgm:prSet/>
      <dgm:spPr/>
      <dgm:t>
        <a:bodyPr/>
        <a:lstStyle/>
        <a:p>
          <a:pPr rtl="0"/>
          <a:r>
            <a:rPr lang="en-US" smtClean="0"/>
            <a:t>GRE: It wraps the private traffic inside normal packets, so the 192.168.x.x LANs can talk across the ISPs as if there were a direct cable between the sites.</a:t>
          </a:r>
          <a:endParaRPr lang="en-US"/>
        </a:p>
      </dgm:t>
    </dgm:pt>
    <dgm:pt modelId="{BF8FDB58-1821-4122-90FC-FB99DE97D2C0}" type="parTrans" cxnId="{692276D2-908D-4738-9A86-BD75D394D103}">
      <dgm:prSet/>
      <dgm:spPr/>
      <dgm:t>
        <a:bodyPr/>
        <a:lstStyle/>
        <a:p>
          <a:endParaRPr lang="en-US"/>
        </a:p>
      </dgm:t>
    </dgm:pt>
    <dgm:pt modelId="{873C525D-13A6-41FA-B5DD-00F8A5A46123}" type="sibTrans" cxnId="{692276D2-908D-4738-9A86-BD75D394D103}">
      <dgm:prSet/>
      <dgm:spPr/>
      <dgm:t>
        <a:bodyPr/>
        <a:lstStyle/>
        <a:p>
          <a:endParaRPr lang="en-US"/>
        </a:p>
      </dgm:t>
    </dgm:pt>
    <dgm:pt modelId="{40609D52-135A-4759-AF22-1F3F1F8D548D}" type="pres">
      <dgm:prSet presAssocID="{8D802E19-67FA-4655-88D9-36ECD8AC2A85}" presName="linear" presStyleCnt="0">
        <dgm:presLayoutVars>
          <dgm:animLvl val="lvl"/>
          <dgm:resizeHandles val="exact"/>
        </dgm:presLayoutVars>
      </dgm:prSet>
      <dgm:spPr/>
      <dgm:t>
        <a:bodyPr/>
        <a:lstStyle/>
        <a:p>
          <a:endParaRPr lang="en-US"/>
        </a:p>
      </dgm:t>
    </dgm:pt>
    <dgm:pt modelId="{34E60032-0440-4E74-B4B6-F8CD69196524}" type="pres">
      <dgm:prSet presAssocID="{903A7CD7-14EE-409D-A112-419D1F3FD12F}" presName="parentText" presStyleLbl="node1" presStyleIdx="0" presStyleCnt="3">
        <dgm:presLayoutVars>
          <dgm:chMax val="0"/>
          <dgm:bulletEnabled val="1"/>
        </dgm:presLayoutVars>
      </dgm:prSet>
      <dgm:spPr/>
      <dgm:t>
        <a:bodyPr/>
        <a:lstStyle/>
        <a:p>
          <a:endParaRPr lang="en-US"/>
        </a:p>
      </dgm:t>
    </dgm:pt>
    <dgm:pt modelId="{BEACB905-2B45-485F-BAB2-15A69C84C2AD}" type="pres">
      <dgm:prSet presAssocID="{0221A7A9-AB95-40DF-B05C-CD40B1E1810A}" presName="spacer" presStyleCnt="0"/>
      <dgm:spPr/>
    </dgm:pt>
    <dgm:pt modelId="{4258D89C-0ABB-4C8B-AAC9-54FCE04CE964}" type="pres">
      <dgm:prSet presAssocID="{E0ECD40F-F0BD-44BB-81F1-8E32C6DE5347}" presName="parentText" presStyleLbl="node1" presStyleIdx="1" presStyleCnt="3">
        <dgm:presLayoutVars>
          <dgm:chMax val="0"/>
          <dgm:bulletEnabled val="1"/>
        </dgm:presLayoutVars>
      </dgm:prSet>
      <dgm:spPr/>
      <dgm:t>
        <a:bodyPr/>
        <a:lstStyle/>
        <a:p>
          <a:endParaRPr lang="en-US"/>
        </a:p>
      </dgm:t>
    </dgm:pt>
    <dgm:pt modelId="{3C1A1D51-D269-4642-BA10-DF13B92887B3}" type="pres">
      <dgm:prSet presAssocID="{6F441846-B83A-425A-AB6C-E599146DB86D}" presName="spacer" presStyleCnt="0"/>
      <dgm:spPr/>
    </dgm:pt>
    <dgm:pt modelId="{2F7B638B-DA00-41B7-B8BE-87BB6FB4716E}" type="pres">
      <dgm:prSet presAssocID="{F4DB432E-14B8-478C-BE80-7E855245809E}" presName="parentText" presStyleLbl="node1" presStyleIdx="2" presStyleCnt="3">
        <dgm:presLayoutVars>
          <dgm:chMax val="0"/>
          <dgm:bulletEnabled val="1"/>
        </dgm:presLayoutVars>
      </dgm:prSet>
      <dgm:spPr/>
      <dgm:t>
        <a:bodyPr/>
        <a:lstStyle/>
        <a:p>
          <a:endParaRPr lang="en-US"/>
        </a:p>
      </dgm:t>
    </dgm:pt>
  </dgm:ptLst>
  <dgm:cxnLst>
    <dgm:cxn modelId="{E3E817A1-BD4C-4F7D-8266-0C95C8314728}" type="presOf" srcId="{F4DB432E-14B8-478C-BE80-7E855245809E}" destId="{2F7B638B-DA00-41B7-B8BE-87BB6FB4716E}" srcOrd="0" destOrd="0" presId="urn:microsoft.com/office/officeart/2005/8/layout/vList2"/>
    <dgm:cxn modelId="{3D3975F1-C0B7-42FF-9B65-B3FD7E1299A0}" type="presOf" srcId="{903A7CD7-14EE-409D-A112-419D1F3FD12F}" destId="{34E60032-0440-4E74-B4B6-F8CD69196524}" srcOrd="0" destOrd="0" presId="urn:microsoft.com/office/officeart/2005/8/layout/vList2"/>
    <dgm:cxn modelId="{3B6C143D-A65A-432A-A66E-9233B1C34B02}" srcId="{8D802E19-67FA-4655-88D9-36ECD8AC2A85}" destId="{E0ECD40F-F0BD-44BB-81F1-8E32C6DE5347}" srcOrd="1" destOrd="0" parTransId="{1E9F655C-48AB-4BD6-8CCE-9CBC695CF4F3}" sibTransId="{6F441846-B83A-425A-AB6C-E599146DB86D}"/>
    <dgm:cxn modelId="{213F2BE2-118B-4FCE-8A86-8ABE3620EC30}" type="presOf" srcId="{E0ECD40F-F0BD-44BB-81F1-8E32C6DE5347}" destId="{4258D89C-0ABB-4C8B-AAC9-54FCE04CE964}" srcOrd="0" destOrd="0" presId="urn:microsoft.com/office/officeart/2005/8/layout/vList2"/>
    <dgm:cxn modelId="{57EEE862-C9DC-4C0B-8DFF-68B33ADE1E7F}" type="presOf" srcId="{8D802E19-67FA-4655-88D9-36ECD8AC2A85}" destId="{40609D52-135A-4759-AF22-1F3F1F8D548D}" srcOrd="0" destOrd="0" presId="urn:microsoft.com/office/officeart/2005/8/layout/vList2"/>
    <dgm:cxn modelId="{692276D2-908D-4738-9A86-BD75D394D103}" srcId="{8D802E19-67FA-4655-88D9-36ECD8AC2A85}" destId="{F4DB432E-14B8-478C-BE80-7E855245809E}" srcOrd="2" destOrd="0" parTransId="{BF8FDB58-1821-4122-90FC-FB99DE97D2C0}" sibTransId="{873C525D-13A6-41FA-B5DD-00F8A5A46123}"/>
    <dgm:cxn modelId="{8973B0F9-9EC0-4312-81CB-62D323EED474}" srcId="{8D802E19-67FA-4655-88D9-36ECD8AC2A85}" destId="{903A7CD7-14EE-409D-A112-419D1F3FD12F}" srcOrd="0" destOrd="0" parTransId="{B71F8FB9-1940-43F1-839D-591FD5ED13B1}" sibTransId="{0221A7A9-AB95-40DF-B05C-CD40B1E1810A}"/>
    <dgm:cxn modelId="{E95E0C32-3DCD-4066-93B5-B188D1A4EAC8}" type="presParOf" srcId="{40609D52-135A-4759-AF22-1F3F1F8D548D}" destId="{34E60032-0440-4E74-B4B6-F8CD69196524}" srcOrd="0" destOrd="0" presId="urn:microsoft.com/office/officeart/2005/8/layout/vList2"/>
    <dgm:cxn modelId="{C9409E90-8846-4128-B508-7354CA88D86F}" type="presParOf" srcId="{40609D52-135A-4759-AF22-1F3F1F8D548D}" destId="{BEACB905-2B45-485F-BAB2-15A69C84C2AD}" srcOrd="1" destOrd="0" presId="urn:microsoft.com/office/officeart/2005/8/layout/vList2"/>
    <dgm:cxn modelId="{4244D4B2-4337-4FD8-9CAB-9580182D90AB}" type="presParOf" srcId="{40609D52-135A-4759-AF22-1F3F1F8D548D}" destId="{4258D89C-0ABB-4C8B-AAC9-54FCE04CE964}" srcOrd="2" destOrd="0" presId="urn:microsoft.com/office/officeart/2005/8/layout/vList2"/>
    <dgm:cxn modelId="{3DB4F40D-15C5-49F7-9EBD-B5804E740784}" type="presParOf" srcId="{40609D52-135A-4759-AF22-1F3F1F8D548D}" destId="{3C1A1D51-D269-4642-BA10-DF13B92887B3}" srcOrd="3" destOrd="0" presId="urn:microsoft.com/office/officeart/2005/8/layout/vList2"/>
    <dgm:cxn modelId="{1F50AAC7-0745-406D-A444-0FD1BEF64C9F}" type="presParOf" srcId="{40609D52-135A-4759-AF22-1F3F1F8D548D}" destId="{2F7B638B-DA00-41B7-B8BE-87BB6FB4716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8110FA48-6F52-469B-9C64-6029B359171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0AA8ED1-3035-4900-A2DD-08C97C318324}">
      <dgm:prSet/>
      <dgm:spPr/>
      <dgm:t>
        <a:bodyPr/>
        <a:lstStyle/>
        <a:p>
          <a:pPr rtl="0"/>
          <a:r>
            <a:rPr lang="en-US" dirty="0" smtClean="0"/>
            <a:t>We built the other end of the GRE tunnel on CUMILLA (10.0.0.2, to DHAKA’s 200.0.0.1)</a:t>
          </a:r>
          <a:endParaRPr lang="en-US" dirty="0"/>
        </a:p>
      </dgm:t>
    </dgm:pt>
    <dgm:pt modelId="{938D178C-C6CF-437E-9A11-4431D7407756}" type="parTrans" cxnId="{21A0D2F6-9F85-4F0C-BE1C-562309C774DE}">
      <dgm:prSet/>
      <dgm:spPr/>
      <dgm:t>
        <a:bodyPr/>
        <a:lstStyle/>
        <a:p>
          <a:endParaRPr lang="en-US"/>
        </a:p>
      </dgm:t>
    </dgm:pt>
    <dgm:pt modelId="{950AD029-242F-4A23-B489-B27F0CB2E5E1}" type="sibTrans" cxnId="{21A0D2F6-9F85-4F0C-BE1C-562309C774DE}">
      <dgm:prSet/>
      <dgm:spPr/>
      <dgm:t>
        <a:bodyPr/>
        <a:lstStyle/>
        <a:p>
          <a:endParaRPr lang="en-US"/>
        </a:p>
      </dgm:t>
    </dgm:pt>
    <dgm:pt modelId="{43527E33-F65A-44D2-AC8E-42028C8C59F0}" type="pres">
      <dgm:prSet presAssocID="{8110FA48-6F52-469B-9C64-6029B3591712}" presName="linear" presStyleCnt="0">
        <dgm:presLayoutVars>
          <dgm:animLvl val="lvl"/>
          <dgm:resizeHandles val="exact"/>
        </dgm:presLayoutVars>
      </dgm:prSet>
      <dgm:spPr/>
      <dgm:t>
        <a:bodyPr/>
        <a:lstStyle/>
        <a:p>
          <a:endParaRPr lang="en-US"/>
        </a:p>
      </dgm:t>
    </dgm:pt>
    <dgm:pt modelId="{8193788C-3FE9-484A-88F2-D14DD73BDAAF}" type="pres">
      <dgm:prSet presAssocID="{A0AA8ED1-3035-4900-A2DD-08C97C318324}" presName="parentText" presStyleLbl="node1" presStyleIdx="0" presStyleCnt="1">
        <dgm:presLayoutVars>
          <dgm:chMax val="0"/>
          <dgm:bulletEnabled val="1"/>
        </dgm:presLayoutVars>
      </dgm:prSet>
      <dgm:spPr/>
      <dgm:t>
        <a:bodyPr/>
        <a:lstStyle/>
        <a:p>
          <a:endParaRPr lang="en-US"/>
        </a:p>
      </dgm:t>
    </dgm:pt>
  </dgm:ptLst>
  <dgm:cxnLst>
    <dgm:cxn modelId="{A082406D-9270-43EC-8DAE-5942F58EC3F9}" type="presOf" srcId="{8110FA48-6F52-469B-9C64-6029B3591712}" destId="{43527E33-F65A-44D2-AC8E-42028C8C59F0}" srcOrd="0" destOrd="0" presId="urn:microsoft.com/office/officeart/2005/8/layout/vList2"/>
    <dgm:cxn modelId="{21A0D2F6-9F85-4F0C-BE1C-562309C774DE}" srcId="{8110FA48-6F52-469B-9C64-6029B3591712}" destId="{A0AA8ED1-3035-4900-A2DD-08C97C318324}" srcOrd="0" destOrd="0" parTransId="{938D178C-C6CF-437E-9A11-4431D7407756}" sibTransId="{950AD029-242F-4A23-B489-B27F0CB2E5E1}"/>
    <dgm:cxn modelId="{F370EA18-5681-4540-B0A5-0D55A5600D2A}" type="presOf" srcId="{A0AA8ED1-3035-4900-A2DD-08C97C318324}" destId="{8193788C-3FE9-484A-88F2-D14DD73BDAAF}" srcOrd="0" destOrd="0" presId="urn:microsoft.com/office/officeart/2005/8/layout/vList2"/>
    <dgm:cxn modelId="{93DC1E4F-7A28-4ACE-9186-48C696F7D9EE}" type="presParOf" srcId="{43527E33-F65A-44D2-AC8E-42028C8C59F0}" destId="{8193788C-3FE9-484A-88F2-D14DD73BDAA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BF23FEB1-8FEC-4894-A5C2-6A062204C73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81F03FF-15F9-438E-9E43-02D3A84159A8}">
      <dgm:prSet/>
      <dgm:spPr/>
      <dgm:t>
        <a:bodyPr/>
        <a:lstStyle/>
        <a:p>
          <a:pPr rtl="0"/>
          <a:r>
            <a:rPr lang="en-US" smtClean="0"/>
            <a:t>We built CTG’s end of the GRE tunnel (10.0.0.6, to DHAKA’s 200.0.0.1), which matches DHAKA’s Tunnel 2.</a:t>
          </a:r>
          <a:endParaRPr lang="en-US"/>
        </a:p>
      </dgm:t>
    </dgm:pt>
    <dgm:pt modelId="{6B7D561C-49B6-4465-BA4E-CA33B7A1EC21}" type="parTrans" cxnId="{72A1A2C9-75A9-4AB2-AC37-0B56119C8158}">
      <dgm:prSet/>
      <dgm:spPr/>
      <dgm:t>
        <a:bodyPr/>
        <a:lstStyle/>
        <a:p>
          <a:endParaRPr lang="en-US"/>
        </a:p>
      </dgm:t>
    </dgm:pt>
    <dgm:pt modelId="{EF67D6EA-2C8E-48A8-AEB9-3FB9BE1F655B}" type="sibTrans" cxnId="{72A1A2C9-75A9-4AB2-AC37-0B56119C8158}">
      <dgm:prSet/>
      <dgm:spPr/>
      <dgm:t>
        <a:bodyPr/>
        <a:lstStyle/>
        <a:p>
          <a:endParaRPr lang="en-US"/>
        </a:p>
      </dgm:t>
    </dgm:pt>
    <dgm:pt modelId="{C2606C9A-5FF8-4F2B-98AF-2FBA391307C6}" type="pres">
      <dgm:prSet presAssocID="{BF23FEB1-8FEC-4894-A5C2-6A062204C731}" presName="linear" presStyleCnt="0">
        <dgm:presLayoutVars>
          <dgm:animLvl val="lvl"/>
          <dgm:resizeHandles val="exact"/>
        </dgm:presLayoutVars>
      </dgm:prSet>
      <dgm:spPr/>
      <dgm:t>
        <a:bodyPr/>
        <a:lstStyle/>
        <a:p>
          <a:endParaRPr lang="en-US"/>
        </a:p>
      </dgm:t>
    </dgm:pt>
    <dgm:pt modelId="{A97FCD2F-152C-42A1-8EBE-824BC796C9F4}" type="pres">
      <dgm:prSet presAssocID="{E81F03FF-15F9-438E-9E43-02D3A84159A8}" presName="parentText" presStyleLbl="node1" presStyleIdx="0" presStyleCnt="1">
        <dgm:presLayoutVars>
          <dgm:chMax val="0"/>
          <dgm:bulletEnabled val="1"/>
        </dgm:presLayoutVars>
      </dgm:prSet>
      <dgm:spPr/>
      <dgm:t>
        <a:bodyPr/>
        <a:lstStyle/>
        <a:p>
          <a:endParaRPr lang="en-US"/>
        </a:p>
      </dgm:t>
    </dgm:pt>
  </dgm:ptLst>
  <dgm:cxnLst>
    <dgm:cxn modelId="{B46B91B5-EA71-4BEA-9BBE-909FBA0F3606}" type="presOf" srcId="{E81F03FF-15F9-438E-9E43-02D3A84159A8}" destId="{A97FCD2F-152C-42A1-8EBE-824BC796C9F4}" srcOrd="0" destOrd="0" presId="urn:microsoft.com/office/officeart/2005/8/layout/vList2"/>
    <dgm:cxn modelId="{2E37D17C-5846-427A-8226-41F4A3802D30}" type="presOf" srcId="{BF23FEB1-8FEC-4894-A5C2-6A062204C731}" destId="{C2606C9A-5FF8-4F2B-98AF-2FBA391307C6}" srcOrd="0" destOrd="0" presId="urn:microsoft.com/office/officeart/2005/8/layout/vList2"/>
    <dgm:cxn modelId="{72A1A2C9-75A9-4AB2-AC37-0B56119C8158}" srcId="{BF23FEB1-8FEC-4894-A5C2-6A062204C731}" destId="{E81F03FF-15F9-438E-9E43-02D3A84159A8}" srcOrd="0" destOrd="0" parTransId="{6B7D561C-49B6-4465-BA4E-CA33B7A1EC21}" sibTransId="{EF67D6EA-2C8E-48A8-AEB9-3FB9BE1F655B}"/>
    <dgm:cxn modelId="{9D3CD3F4-1412-4D13-9154-81DACEA4B74E}" type="presParOf" srcId="{C2606C9A-5FF8-4F2B-98AF-2FBA391307C6}" destId="{A97FCD2F-152C-42A1-8EBE-824BC796C9F4}"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F9C712B6-1D9B-48D1-997E-31007504A51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ABAC0BE-5C01-4607-8499-5D34934B4B27}">
      <dgm:prSet/>
      <dgm:spPr/>
      <dgm:t>
        <a:bodyPr/>
        <a:lstStyle/>
        <a:p>
          <a:pPr rtl="0"/>
          <a:r>
            <a:rPr lang="en-US" dirty="0" smtClean="0"/>
            <a:t>DHAKA (router-id 1.1.1.1): The tunnels (10.0.0.0/30 and 10.0.0.4/30) are in area 0, and the SW1 link (10.10.10.0/30) is in area 10. redistribute static subnets passes DHAKA’s static routes for 192.168.10/20/30 to the other sites.</a:t>
          </a:r>
          <a:endParaRPr lang="en-US" dirty="0"/>
        </a:p>
      </dgm:t>
    </dgm:pt>
    <dgm:pt modelId="{3290D91A-27DD-4A77-AD68-9365956428CB}" type="parTrans" cxnId="{FCCDD7B7-C38A-4AD9-A048-2336D771F17C}">
      <dgm:prSet/>
      <dgm:spPr/>
      <dgm:t>
        <a:bodyPr/>
        <a:lstStyle/>
        <a:p>
          <a:endParaRPr lang="en-US"/>
        </a:p>
      </dgm:t>
    </dgm:pt>
    <dgm:pt modelId="{BD4C17BA-55D7-4363-9558-09A4231FB4F5}" type="sibTrans" cxnId="{FCCDD7B7-C38A-4AD9-A048-2336D771F17C}">
      <dgm:prSet/>
      <dgm:spPr/>
      <dgm:t>
        <a:bodyPr/>
        <a:lstStyle/>
        <a:p>
          <a:endParaRPr lang="en-US"/>
        </a:p>
      </dgm:t>
    </dgm:pt>
    <dgm:pt modelId="{AF078785-1CBC-49D6-82BB-603679F32A2D}">
      <dgm:prSet/>
      <dgm:spPr/>
      <dgm:t>
        <a:bodyPr/>
        <a:lstStyle/>
        <a:p>
          <a:pPr rtl="0"/>
          <a:r>
            <a:rPr lang="en-US" dirty="0" smtClean="0"/>
            <a:t>CUMILLA (2.2.2.2): Its LANs (192.168.50/60/70) are in area 20, and its tunnel is in area 0.</a:t>
          </a:r>
          <a:endParaRPr lang="en-US" dirty="0"/>
        </a:p>
      </dgm:t>
    </dgm:pt>
    <dgm:pt modelId="{AA68CFC3-0C18-4F8F-B2C1-45227C4EFA40}" type="parTrans" cxnId="{C011CC33-BBC3-4B0A-B1C4-EC89B6F7BA8B}">
      <dgm:prSet/>
      <dgm:spPr/>
      <dgm:t>
        <a:bodyPr/>
        <a:lstStyle/>
        <a:p>
          <a:endParaRPr lang="en-US"/>
        </a:p>
      </dgm:t>
    </dgm:pt>
    <dgm:pt modelId="{A5A6DB18-D65B-4B1F-B0DF-C54FC622043A}" type="sibTrans" cxnId="{C011CC33-BBC3-4B0A-B1C4-EC89B6F7BA8B}">
      <dgm:prSet/>
      <dgm:spPr/>
      <dgm:t>
        <a:bodyPr/>
        <a:lstStyle/>
        <a:p>
          <a:endParaRPr lang="en-US"/>
        </a:p>
      </dgm:t>
    </dgm:pt>
    <dgm:pt modelId="{A6FAA9BC-6DC7-4424-A93D-2AD8A3C5A7D3}">
      <dgm:prSet/>
      <dgm:spPr/>
      <dgm:t>
        <a:bodyPr/>
        <a:lstStyle/>
        <a:p>
          <a:pPr rtl="0"/>
          <a:r>
            <a:rPr lang="en-US" dirty="0" smtClean="0"/>
            <a:t>CTG (3.3.3.3): Its LANs (192.168.80/90) are in area 30, and its tunnel is in area 0.</a:t>
          </a:r>
          <a:endParaRPr lang="en-US" dirty="0"/>
        </a:p>
      </dgm:t>
    </dgm:pt>
    <dgm:pt modelId="{902BF3E2-C91E-4EEB-BCA1-416B0E3C4FF9}" type="parTrans" cxnId="{694D4E4A-431B-4F8B-BFF7-9E48F3E8A066}">
      <dgm:prSet/>
      <dgm:spPr/>
      <dgm:t>
        <a:bodyPr/>
        <a:lstStyle/>
        <a:p>
          <a:endParaRPr lang="en-US"/>
        </a:p>
      </dgm:t>
    </dgm:pt>
    <dgm:pt modelId="{2078D932-9CD0-4C9B-A94B-7EAF21FCD649}" type="sibTrans" cxnId="{694D4E4A-431B-4F8B-BFF7-9E48F3E8A066}">
      <dgm:prSet/>
      <dgm:spPr/>
      <dgm:t>
        <a:bodyPr/>
        <a:lstStyle/>
        <a:p>
          <a:endParaRPr lang="en-US"/>
        </a:p>
      </dgm:t>
    </dgm:pt>
    <dgm:pt modelId="{1E1EB4FB-3E0A-4816-A40E-FB2502F243CE}" type="pres">
      <dgm:prSet presAssocID="{F9C712B6-1D9B-48D1-997E-31007504A513}" presName="linear" presStyleCnt="0">
        <dgm:presLayoutVars>
          <dgm:animLvl val="lvl"/>
          <dgm:resizeHandles val="exact"/>
        </dgm:presLayoutVars>
      </dgm:prSet>
      <dgm:spPr/>
      <dgm:t>
        <a:bodyPr/>
        <a:lstStyle/>
        <a:p>
          <a:endParaRPr lang="en-US"/>
        </a:p>
      </dgm:t>
    </dgm:pt>
    <dgm:pt modelId="{C66A8936-1734-445F-B1A5-E0437645F0E4}" type="pres">
      <dgm:prSet presAssocID="{2ABAC0BE-5C01-4607-8499-5D34934B4B27}" presName="parentText" presStyleLbl="node1" presStyleIdx="0" presStyleCnt="3" custScaleY="158383">
        <dgm:presLayoutVars>
          <dgm:chMax val="0"/>
          <dgm:bulletEnabled val="1"/>
        </dgm:presLayoutVars>
      </dgm:prSet>
      <dgm:spPr/>
      <dgm:t>
        <a:bodyPr/>
        <a:lstStyle/>
        <a:p>
          <a:endParaRPr lang="en-US"/>
        </a:p>
      </dgm:t>
    </dgm:pt>
    <dgm:pt modelId="{3CB4A7B3-D0D7-4EA2-A0A1-5B326ECB0737}" type="pres">
      <dgm:prSet presAssocID="{BD4C17BA-55D7-4363-9558-09A4231FB4F5}" presName="spacer" presStyleCnt="0"/>
      <dgm:spPr/>
    </dgm:pt>
    <dgm:pt modelId="{DD528E25-C598-44E9-B66A-91E9F5F9B3FC}" type="pres">
      <dgm:prSet presAssocID="{AF078785-1CBC-49D6-82BB-603679F32A2D}" presName="parentText" presStyleLbl="node1" presStyleIdx="1" presStyleCnt="3">
        <dgm:presLayoutVars>
          <dgm:chMax val="0"/>
          <dgm:bulletEnabled val="1"/>
        </dgm:presLayoutVars>
      </dgm:prSet>
      <dgm:spPr/>
      <dgm:t>
        <a:bodyPr/>
        <a:lstStyle/>
        <a:p>
          <a:endParaRPr lang="en-US"/>
        </a:p>
      </dgm:t>
    </dgm:pt>
    <dgm:pt modelId="{25C4AA14-7B8F-4976-90F9-1E7C0621DA98}" type="pres">
      <dgm:prSet presAssocID="{A5A6DB18-D65B-4B1F-B0DF-C54FC622043A}" presName="spacer" presStyleCnt="0"/>
      <dgm:spPr/>
    </dgm:pt>
    <dgm:pt modelId="{6EE457F8-FCEE-4763-8376-C357466221A3}" type="pres">
      <dgm:prSet presAssocID="{A6FAA9BC-6DC7-4424-A93D-2AD8A3C5A7D3}" presName="parentText" presStyleLbl="node1" presStyleIdx="2" presStyleCnt="3" custScaleY="136188">
        <dgm:presLayoutVars>
          <dgm:chMax val="0"/>
          <dgm:bulletEnabled val="1"/>
        </dgm:presLayoutVars>
      </dgm:prSet>
      <dgm:spPr/>
      <dgm:t>
        <a:bodyPr/>
        <a:lstStyle/>
        <a:p>
          <a:endParaRPr lang="en-US"/>
        </a:p>
      </dgm:t>
    </dgm:pt>
  </dgm:ptLst>
  <dgm:cxnLst>
    <dgm:cxn modelId="{D14398D6-7283-4FA1-80E9-E77429B07F35}" type="presOf" srcId="{F9C712B6-1D9B-48D1-997E-31007504A513}" destId="{1E1EB4FB-3E0A-4816-A40E-FB2502F243CE}" srcOrd="0" destOrd="0" presId="urn:microsoft.com/office/officeart/2005/8/layout/vList2"/>
    <dgm:cxn modelId="{AF5BE4F5-FC23-4AA7-A906-D445EA2BD693}" type="presOf" srcId="{2ABAC0BE-5C01-4607-8499-5D34934B4B27}" destId="{C66A8936-1734-445F-B1A5-E0437645F0E4}" srcOrd="0" destOrd="0" presId="urn:microsoft.com/office/officeart/2005/8/layout/vList2"/>
    <dgm:cxn modelId="{F4AC97E7-B734-429A-A960-C41529422984}" type="presOf" srcId="{A6FAA9BC-6DC7-4424-A93D-2AD8A3C5A7D3}" destId="{6EE457F8-FCEE-4763-8376-C357466221A3}" srcOrd="0" destOrd="0" presId="urn:microsoft.com/office/officeart/2005/8/layout/vList2"/>
    <dgm:cxn modelId="{C011CC33-BBC3-4B0A-B1C4-EC89B6F7BA8B}" srcId="{F9C712B6-1D9B-48D1-997E-31007504A513}" destId="{AF078785-1CBC-49D6-82BB-603679F32A2D}" srcOrd="1" destOrd="0" parTransId="{AA68CFC3-0C18-4F8F-B2C1-45227C4EFA40}" sibTransId="{A5A6DB18-D65B-4B1F-B0DF-C54FC622043A}"/>
    <dgm:cxn modelId="{FCCDD7B7-C38A-4AD9-A048-2336D771F17C}" srcId="{F9C712B6-1D9B-48D1-997E-31007504A513}" destId="{2ABAC0BE-5C01-4607-8499-5D34934B4B27}" srcOrd="0" destOrd="0" parTransId="{3290D91A-27DD-4A77-AD68-9365956428CB}" sibTransId="{BD4C17BA-55D7-4363-9558-09A4231FB4F5}"/>
    <dgm:cxn modelId="{BBA46AFE-17E8-4BAF-AF06-5C687B9AE813}" type="presOf" srcId="{AF078785-1CBC-49D6-82BB-603679F32A2D}" destId="{DD528E25-C598-44E9-B66A-91E9F5F9B3FC}" srcOrd="0" destOrd="0" presId="urn:microsoft.com/office/officeart/2005/8/layout/vList2"/>
    <dgm:cxn modelId="{694D4E4A-431B-4F8B-BFF7-9E48F3E8A066}" srcId="{F9C712B6-1D9B-48D1-997E-31007504A513}" destId="{A6FAA9BC-6DC7-4424-A93D-2AD8A3C5A7D3}" srcOrd="2" destOrd="0" parTransId="{902BF3E2-C91E-4EEB-BCA1-416B0E3C4FF9}" sibTransId="{2078D932-9CD0-4C9B-A94B-7EAF21FCD649}"/>
    <dgm:cxn modelId="{50212C6B-BFBF-4CDA-9586-CA3FF498808B}" type="presParOf" srcId="{1E1EB4FB-3E0A-4816-A40E-FB2502F243CE}" destId="{C66A8936-1734-445F-B1A5-E0437645F0E4}" srcOrd="0" destOrd="0" presId="urn:microsoft.com/office/officeart/2005/8/layout/vList2"/>
    <dgm:cxn modelId="{311DDB44-5398-4391-ADAF-2358ED5FA1E2}" type="presParOf" srcId="{1E1EB4FB-3E0A-4816-A40E-FB2502F243CE}" destId="{3CB4A7B3-D0D7-4EA2-A0A1-5B326ECB0737}" srcOrd="1" destOrd="0" presId="urn:microsoft.com/office/officeart/2005/8/layout/vList2"/>
    <dgm:cxn modelId="{18420CAD-36EA-434E-912B-05A2C9825B41}" type="presParOf" srcId="{1E1EB4FB-3E0A-4816-A40E-FB2502F243CE}" destId="{DD528E25-C598-44E9-B66A-91E9F5F9B3FC}" srcOrd="2" destOrd="0" presId="urn:microsoft.com/office/officeart/2005/8/layout/vList2"/>
    <dgm:cxn modelId="{47C3E93E-C8A0-4279-B19D-FDFB878D8C1C}" type="presParOf" srcId="{1E1EB4FB-3E0A-4816-A40E-FB2502F243CE}" destId="{25C4AA14-7B8F-4976-90F9-1E7C0621DA98}" srcOrd="3" destOrd="0" presId="urn:microsoft.com/office/officeart/2005/8/layout/vList2"/>
    <dgm:cxn modelId="{5C496933-66DF-4A70-B0BD-53E89677D9B5}" type="presParOf" srcId="{1E1EB4FB-3E0A-4816-A40E-FB2502F243CE}" destId="{6EE457F8-FCEE-4763-8376-C357466221A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4466CA99-4760-4DB0-9AEF-5DF921B1D82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0F00C6B-69DE-4925-84A6-C466CD31402F}">
      <dgm:prSet/>
      <dgm:spPr/>
      <dgm:t>
        <a:bodyPr/>
        <a:lstStyle/>
        <a:p>
          <a:pPr rtl="0"/>
          <a:r>
            <a:rPr lang="en-US" dirty="0" smtClean="0"/>
            <a:t>Line 1: Allows returning TCP traffic (established) to VLAN 10, such as web replies.</a:t>
          </a:r>
          <a:endParaRPr lang="en-US" dirty="0"/>
        </a:p>
      </dgm:t>
    </dgm:pt>
    <dgm:pt modelId="{38479ADB-24B0-42E9-BD96-572B37E51369}" type="parTrans" cxnId="{C588444D-D779-4810-8570-90A15F2BB052}">
      <dgm:prSet/>
      <dgm:spPr/>
      <dgm:t>
        <a:bodyPr/>
        <a:lstStyle/>
        <a:p>
          <a:endParaRPr lang="en-US"/>
        </a:p>
      </dgm:t>
    </dgm:pt>
    <dgm:pt modelId="{40BFDDFF-1135-4625-8920-F4DDB20704C8}" type="sibTrans" cxnId="{C588444D-D779-4810-8570-90A15F2BB052}">
      <dgm:prSet/>
      <dgm:spPr/>
      <dgm:t>
        <a:bodyPr/>
        <a:lstStyle/>
        <a:p>
          <a:endParaRPr lang="en-US"/>
        </a:p>
      </dgm:t>
    </dgm:pt>
    <dgm:pt modelId="{67E83AC0-381D-42C3-8A2E-CCBC80B70AE5}">
      <dgm:prSet/>
      <dgm:spPr/>
      <dgm:t>
        <a:bodyPr/>
        <a:lstStyle/>
        <a:p>
          <a:pPr rtl="0"/>
          <a:r>
            <a:rPr lang="en-US" dirty="0" smtClean="0"/>
            <a:t>Line 2: Allows ping replies (echo-reply) to VLAN 10.</a:t>
          </a:r>
          <a:endParaRPr lang="en-US" dirty="0"/>
        </a:p>
      </dgm:t>
    </dgm:pt>
    <dgm:pt modelId="{D5418EF0-F8D7-4014-9010-FA8B345AE822}" type="parTrans" cxnId="{1F099358-46AF-45A0-AA11-6ADC73BE72B1}">
      <dgm:prSet/>
      <dgm:spPr/>
      <dgm:t>
        <a:bodyPr/>
        <a:lstStyle/>
        <a:p>
          <a:endParaRPr lang="en-US"/>
        </a:p>
      </dgm:t>
    </dgm:pt>
    <dgm:pt modelId="{80470AAD-6809-4C2B-87F7-7603AE60FD52}" type="sibTrans" cxnId="{1F099358-46AF-45A0-AA11-6ADC73BE72B1}">
      <dgm:prSet/>
      <dgm:spPr/>
      <dgm:t>
        <a:bodyPr/>
        <a:lstStyle/>
        <a:p>
          <a:endParaRPr lang="en-US"/>
        </a:p>
      </dgm:t>
    </dgm:pt>
    <dgm:pt modelId="{0133BFCF-942D-4F02-946D-171DBFF435CB}">
      <dgm:prSet/>
      <dgm:spPr/>
      <dgm:t>
        <a:bodyPr/>
        <a:lstStyle/>
        <a:p>
          <a:pPr rtl="0"/>
          <a:r>
            <a:rPr lang="en-US" smtClean="0"/>
            <a:t>Line 3: Blocks everything else going to 192.168.10.0/24.</a:t>
          </a:r>
          <a:endParaRPr lang="en-US"/>
        </a:p>
      </dgm:t>
    </dgm:pt>
    <dgm:pt modelId="{E4B8981F-BAE9-4301-A7D3-B2073DD94B0F}" type="parTrans" cxnId="{82108C6F-2F0C-482C-8C82-0C5D5F2F99CE}">
      <dgm:prSet/>
      <dgm:spPr/>
      <dgm:t>
        <a:bodyPr/>
        <a:lstStyle/>
        <a:p>
          <a:endParaRPr lang="en-US"/>
        </a:p>
      </dgm:t>
    </dgm:pt>
    <dgm:pt modelId="{F06C9913-DA91-4C1D-AA25-DAA2B740EC5F}" type="sibTrans" cxnId="{82108C6F-2F0C-482C-8C82-0C5D5F2F99CE}">
      <dgm:prSet/>
      <dgm:spPr/>
      <dgm:t>
        <a:bodyPr/>
        <a:lstStyle/>
        <a:p>
          <a:endParaRPr lang="en-US"/>
        </a:p>
      </dgm:t>
    </dgm:pt>
    <dgm:pt modelId="{ABD39692-4C6F-4BB6-9F22-F30E7F8CE0C6}">
      <dgm:prSet/>
      <dgm:spPr/>
      <dgm:t>
        <a:bodyPr/>
        <a:lstStyle/>
        <a:p>
          <a:pPr rtl="0"/>
          <a:r>
            <a:rPr lang="en-US" smtClean="0"/>
            <a:t>Line 4: Allows all other traffic, so nothing else is affected.</a:t>
          </a:r>
          <a:endParaRPr lang="en-US"/>
        </a:p>
      </dgm:t>
    </dgm:pt>
    <dgm:pt modelId="{B116F5CE-4F10-462D-85D7-037A37783942}" type="parTrans" cxnId="{4412531E-5310-44EC-9817-8460CECFE019}">
      <dgm:prSet/>
      <dgm:spPr/>
      <dgm:t>
        <a:bodyPr/>
        <a:lstStyle/>
        <a:p>
          <a:endParaRPr lang="en-US"/>
        </a:p>
      </dgm:t>
    </dgm:pt>
    <dgm:pt modelId="{E4E0C5A7-A5F3-4A4B-93EC-A6E6D0A291FC}" type="sibTrans" cxnId="{4412531E-5310-44EC-9817-8460CECFE019}">
      <dgm:prSet/>
      <dgm:spPr/>
      <dgm:t>
        <a:bodyPr/>
        <a:lstStyle/>
        <a:p>
          <a:endParaRPr lang="en-US"/>
        </a:p>
      </dgm:t>
    </dgm:pt>
    <dgm:pt modelId="{894C5F26-8B09-4A5C-AB90-F222B30EECAE}" type="pres">
      <dgm:prSet presAssocID="{4466CA99-4760-4DB0-9AEF-5DF921B1D82C}" presName="linear" presStyleCnt="0">
        <dgm:presLayoutVars>
          <dgm:animLvl val="lvl"/>
          <dgm:resizeHandles val="exact"/>
        </dgm:presLayoutVars>
      </dgm:prSet>
      <dgm:spPr/>
      <dgm:t>
        <a:bodyPr/>
        <a:lstStyle/>
        <a:p>
          <a:endParaRPr lang="en-US"/>
        </a:p>
      </dgm:t>
    </dgm:pt>
    <dgm:pt modelId="{487C4BDC-9107-49B2-9851-540762797A8F}" type="pres">
      <dgm:prSet presAssocID="{60F00C6B-69DE-4925-84A6-C466CD31402F}" presName="parentText" presStyleLbl="node1" presStyleIdx="0" presStyleCnt="4">
        <dgm:presLayoutVars>
          <dgm:chMax val="0"/>
          <dgm:bulletEnabled val="1"/>
        </dgm:presLayoutVars>
      </dgm:prSet>
      <dgm:spPr/>
      <dgm:t>
        <a:bodyPr/>
        <a:lstStyle/>
        <a:p>
          <a:endParaRPr lang="en-US"/>
        </a:p>
      </dgm:t>
    </dgm:pt>
    <dgm:pt modelId="{2C515373-235B-4A32-9573-5522646C2AE9}" type="pres">
      <dgm:prSet presAssocID="{40BFDDFF-1135-4625-8920-F4DDB20704C8}" presName="spacer" presStyleCnt="0"/>
      <dgm:spPr/>
    </dgm:pt>
    <dgm:pt modelId="{F7317ADA-2C42-45D9-A58C-D0C24C924F0C}" type="pres">
      <dgm:prSet presAssocID="{67E83AC0-381D-42C3-8A2E-CCBC80B70AE5}" presName="parentText" presStyleLbl="node1" presStyleIdx="1" presStyleCnt="4">
        <dgm:presLayoutVars>
          <dgm:chMax val="0"/>
          <dgm:bulletEnabled val="1"/>
        </dgm:presLayoutVars>
      </dgm:prSet>
      <dgm:spPr/>
      <dgm:t>
        <a:bodyPr/>
        <a:lstStyle/>
        <a:p>
          <a:endParaRPr lang="en-US"/>
        </a:p>
      </dgm:t>
    </dgm:pt>
    <dgm:pt modelId="{D10072CC-B99B-41DC-A031-E1F3DF04273C}" type="pres">
      <dgm:prSet presAssocID="{80470AAD-6809-4C2B-87F7-7603AE60FD52}" presName="spacer" presStyleCnt="0"/>
      <dgm:spPr/>
    </dgm:pt>
    <dgm:pt modelId="{02C257D1-B128-4AA3-A989-B6E84C49990B}" type="pres">
      <dgm:prSet presAssocID="{0133BFCF-942D-4F02-946D-171DBFF435CB}" presName="parentText" presStyleLbl="node1" presStyleIdx="2" presStyleCnt="4">
        <dgm:presLayoutVars>
          <dgm:chMax val="0"/>
          <dgm:bulletEnabled val="1"/>
        </dgm:presLayoutVars>
      </dgm:prSet>
      <dgm:spPr/>
      <dgm:t>
        <a:bodyPr/>
        <a:lstStyle/>
        <a:p>
          <a:endParaRPr lang="en-US"/>
        </a:p>
      </dgm:t>
    </dgm:pt>
    <dgm:pt modelId="{ECD7452B-7D26-4AA9-9E78-E4F11902967F}" type="pres">
      <dgm:prSet presAssocID="{F06C9913-DA91-4C1D-AA25-DAA2B740EC5F}" presName="spacer" presStyleCnt="0"/>
      <dgm:spPr/>
    </dgm:pt>
    <dgm:pt modelId="{1A64BB26-7DB5-471E-BE2F-D8DA94E09032}" type="pres">
      <dgm:prSet presAssocID="{ABD39692-4C6F-4BB6-9F22-F30E7F8CE0C6}" presName="parentText" presStyleLbl="node1" presStyleIdx="3" presStyleCnt="4">
        <dgm:presLayoutVars>
          <dgm:chMax val="0"/>
          <dgm:bulletEnabled val="1"/>
        </dgm:presLayoutVars>
      </dgm:prSet>
      <dgm:spPr/>
      <dgm:t>
        <a:bodyPr/>
        <a:lstStyle/>
        <a:p>
          <a:endParaRPr lang="en-US"/>
        </a:p>
      </dgm:t>
    </dgm:pt>
  </dgm:ptLst>
  <dgm:cxnLst>
    <dgm:cxn modelId="{C588444D-D779-4810-8570-90A15F2BB052}" srcId="{4466CA99-4760-4DB0-9AEF-5DF921B1D82C}" destId="{60F00C6B-69DE-4925-84A6-C466CD31402F}" srcOrd="0" destOrd="0" parTransId="{38479ADB-24B0-42E9-BD96-572B37E51369}" sibTransId="{40BFDDFF-1135-4625-8920-F4DDB20704C8}"/>
    <dgm:cxn modelId="{5789E905-5971-47FA-BD27-37013339B5B8}" type="presOf" srcId="{ABD39692-4C6F-4BB6-9F22-F30E7F8CE0C6}" destId="{1A64BB26-7DB5-471E-BE2F-D8DA94E09032}" srcOrd="0" destOrd="0" presId="urn:microsoft.com/office/officeart/2005/8/layout/vList2"/>
    <dgm:cxn modelId="{82108C6F-2F0C-482C-8C82-0C5D5F2F99CE}" srcId="{4466CA99-4760-4DB0-9AEF-5DF921B1D82C}" destId="{0133BFCF-942D-4F02-946D-171DBFF435CB}" srcOrd="2" destOrd="0" parTransId="{E4B8981F-BAE9-4301-A7D3-B2073DD94B0F}" sibTransId="{F06C9913-DA91-4C1D-AA25-DAA2B740EC5F}"/>
    <dgm:cxn modelId="{4412531E-5310-44EC-9817-8460CECFE019}" srcId="{4466CA99-4760-4DB0-9AEF-5DF921B1D82C}" destId="{ABD39692-4C6F-4BB6-9F22-F30E7F8CE0C6}" srcOrd="3" destOrd="0" parTransId="{B116F5CE-4F10-462D-85D7-037A37783942}" sibTransId="{E4E0C5A7-A5F3-4A4B-93EC-A6E6D0A291FC}"/>
    <dgm:cxn modelId="{6A4B049B-3A7D-4B4B-B834-8DE81052C2A7}" type="presOf" srcId="{60F00C6B-69DE-4925-84A6-C466CD31402F}" destId="{487C4BDC-9107-49B2-9851-540762797A8F}" srcOrd="0" destOrd="0" presId="urn:microsoft.com/office/officeart/2005/8/layout/vList2"/>
    <dgm:cxn modelId="{D180F38E-0C0A-493E-8155-B239E907E450}" type="presOf" srcId="{67E83AC0-381D-42C3-8A2E-CCBC80B70AE5}" destId="{F7317ADA-2C42-45D9-A58C-D0C24C924F0C}" srcOrd="0" destOrd="0" presId="urn:microsoft.com/office/officeart/2005/8/layout/vList2"/>
    <dgm:cxn modelId="{F1CB833D-7DC1-4201-B5F2-F7D48C8F63C7}" type="presOf" srcId="{0133BFCF-942D-4F02-946D-171DBFF435CB}" destId="{02C257D1-B128-4AA3-A989-B6E84C49990B}" srcOrd="0" destOrd="0" presId="urn:microsoft.com/office/officeart/2005/8/layout/vList2"/>
    <dgm:cxn modelId="{CBBEBC0B-64A8-4CB9-9CC1-BFA6F381B0CB}" type="presOf" srcId="{4466CA99-4760-4DB0-9AEF-5DF921B1D82C}" destId="{894C5F26-8B09-4A5C-AB90-F222B30EECAE}" srcOrd="0" destOrd="0" presId="urn:microsoft.com/office/officeart/2005/8/layout/vList2"/>
    <dgm:cxn modelId="{1F099358-46AF-45A0-AA11-6ADC73BE72B1}" srcId="{4466CA99-4760-4DB0-9AEF-5DF921B1D82C}" destId="{67E83AC0-381D-42C3-8A2E-CCBC80B70AE5}" srcOrd="1" destOrd="0" parTransId="{D5418EF0-F8D7-4014-9010-FA8B345AE822}" sibTransId="{80470AAD-6809-4C2B-87F7-7603AE60FD52}"/>
    <dgm:cxn modelId="{8308ED6C-21F9-4701-BC47-2C1CAF7DBA85}" type="presParOf" srcId="{894C5F26-8B09-4A5C-AB90-F222B30EECAE}" destId="{487C4BDC-9107-49B2-9851-540762797A8F}" srcOrd="0" destOrd="0" presId="urn:microsoft.com/office/officeart/2005/8/layout/vList2"/>
    <dgm:cxn modelId="{C8A96E95-1613-4105-9FF2-3FFAD7E6AA1F}" type="presParOf" srcId="{894C5F26-8B09-4A5C-AB90-F222B30EECAE}" destId="{2C515373-235B-4A32-9573-5522646C2AE9}" srcOrd="1" destOrd="0" presId="urn:microsoft.com/office/officeart/2005/8/layout/vList2"/>
    <dgm:cxn modelId="{65F6577A-9DFA-43EC-89C9-F9400631860E}" type="presParOf" srcId="{894C5F26-8B09-4A5C-AB90-F222B30EECAE}" destId="{F7317ADA-2C42-45D9-A58C-D0C24C924F0C}" srcOrd="2" destOrd="0" presId="urn:microsoft.com/office/officeart/2005/8/layout/vList2"/>
    <dgm:cxn modelId="{F1EE1DFE-2895-4B93-AC75-5380B75072F4}" type="presParOf" srcId="{894C5F26-8B09-4A5C-AB90-F222B30EECAE}" destId="{D10072CC-B99B-41DC-A031-E1F3DF04273C}" srcOrd="3" destOrd="0" presId="urn:microsoft.com/office/officeart/2005/8/layout/vList2"/>
    <dgm:cxn modelId="{EDEFDC39-C337-458C-A2C5-58027B307428}" type="presParOf" srcId="{894C5F26-8B09-4A5C-AB90-F222B30EECAE}" destId="{02C257D1-B128-4AA3-A989-B6E84C49990B}" srcOrd="4" destOrd="0" presId="urn:microsoft.com/office/officeart/2005/8/layout/vList2"/>
    <dgm:cxn modelId="{2D9996C6-843A-49FE-9C9B-D5E519D5B820}" type="presParOf" srcId="{894C5F26-8B09-4A5C-AB90-F222B30EECAE}" destId="{ECD7452B-7D26-4AA9-9E78-E4F11902967F}" srcOrd="5" destOrd="0" presId="urn:microsoft.com/office/officeart/2005/8/layout/vList2"/>
    <dgm:cxn modelId="{F5FA671B-6AF7-47B7-8929-80015655E73B}" type="presParOf" srcId="{894C5F26-8B09-4A5C-AB90-F222B30EECAE}" destId="{1A64BB26-7DB5-471E-BE2F-D8DA94E0903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F769074A-2F3C-480F-B144-468885F1A5F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B86C259-6C57-46EC-9BE4-F30AE88DAAEB}">
      <dgm:prSet/>
      <dgm:spPr/>
      <dgm:t>
        <a:bodyPr/>
        <a:lstStyle/>
        <a:p>
          <a:pPr rtl="0"/>
          <a:r>
            <a:rPr lang="en-US" dirty="0" smtClean="0"/>
            <a:t>Applied: ip access-group 101 out on interface vlan 10 checks traffic leaving SW1 toward VLAN 10.</a:t>
          </a:r>
          <a:endParaRPr lang="en-US" dirty="0"/>
        </a:p>
      </dgm:t>
    </dgm:pt>
    <dgm:pt modelId="{C5C7A723-386A-4870-9652-98F08F9D3308}" type="parTrans" cxnId="{15D965E9-FDF5-4551-A0FC-B5654487173B}">
      <dgm:prSet/>
      <dgm:spPr/>
      <dgm:t>
        <a:bodyPr/>
        <a:lstStyle/>
        <a:p>
          <a:endParaRPr lang="en-US"/>
        </a:p>
      </dgm:t>
    </dgm:pt>
    <dgm:pt modelId="{49B5EBC2-93E1-46EC-8EE0-61EB3528A9A2}" type="sibTrans" cxnId="{15D965E9-FDF5-4551-A0FC-B5654487173B}">
      <dgm:prSet/>
      <dgm:spPr/>
      <dgm:t>
        <a:bodyPr/>
        <a:lstStyle/>
        <a:p>
          <a:endParaRPr lang="en-US"/>
        </a:p>
      </dgm:t>
    </dgm:pt>
    <dgm:pt modelId="{5DEBAB96-F0E2-41BA-A008-79619245111A}" type="pres">
      <dgm:prSet presAssocID="{F769074A-2F3C-480F-B144-468885F1A5F4}" presName="linear" presStyleCnt="0">
        <dgm:presLayoutVars>
          <dgm:animLvl val="lvl"/>
          <dgm:resizeHandles val="exact"/>
        </dgm:presLayoutVars>
      </dgm:prSet>
      <dgm:spPr/>
      <dgm:t>
        <a:bodyPr/>
        <a:lstStyle/>
        <a:p>
          <a:endParaRPr lang="en-US"/>
        </a:p>
      </dgm:t>
    </dgm:pt>
    <dgm:pt modelId="{7204B349-640B-44CE-BAE1-FDC227C11C0D}" type="pres">
      <dgm:prSet presAssocID="{DB86C259-6C57-46EC-9BE4-F30AE88DAAEB}" presName="parentText" presStyleLbl="node1" presStyleIdx="0" presStyleCnt="1">
        <dgm:presLayoutVars>
          <dgm:chMax val="0"/>
          <dgm:bulletEnabled val="1"/>
        </dgm:presLayoutVars>
      </dgm:prSet>
      <dgm:spPr/>
      <dgm:t>
        <a:bodyPr/>
        <a:lstStyle/>
        <a:p>
          <a:endParaRPr lang="en-US"/>
        </a:p>
      </dgm:t>
    </dgm:pt>
  </dgm:ptLst>
  <dgm:cxnLst>
    <dgm:cxn modelId="{15D965E9-FDF5-4551-A0FC-B5654487173B}" srcId="{F769074A-2F3C-480F-B144-468885F1A5F4}" destId="{DB86C259-6C57-46EC-9BE4-F30AE88DAAEB}" srcOrd="0" destOrd="0" parTransId="{C5C7A723-386A-4870-9652-98F08F9D3308}" sibTransId="{49B5EBC2-93E1-46EC-8EE0-61EB3528A9A2}"/>
    <dgm:cxn modelId="{D85CABB1-64C3-49DC-9B3C-017B3CDE01DA}" type="presOf" srcId="{DB86C259-6C57-46EC-9BE4-F30AE88DAAEB}" destId="{7204B349-640B-44CE-BAE1-FDC227C11C0D}" srcOrd="0" destOrd="0" presId="urn:microsoft.com/office/officeart/2005/8/layout/vList2"/>
    <dgm:cxn modelId="{E8EDFDA4-9EFE-49A0-8C08-9E4FAC326E7F}" type="presOf" srcId="{F769074A-2F3C-480F-B144-468885F1A5F4}" destId="{5DEBAB96-F0E2-41BA-A008-79619245111A}" srcOrd="0" destOrd="0" presId="urn:microsoft.com/office/officeart/2005/8/layout/vList2"/>
    <dgm:cxn modelId="{453B5D02-63AC-4027-9D25-EDCB67EB24F6}" type="presParOf" srcId="{5DEBAB96-F0E2-41BA-A008-79619245111A}" destId="{7204B349-640B-44CE-BAE1-FDC227C11C0D}"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F05217A7-2F38-403E-942A-7A8F807304F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3017E45-922F-464E-8459-71C994AEB67D}">
      <dgm:prSet/>
      <dgm:spPr/>
      <dgm:t>
        <a:bodyPr/>
        <a:lstStyle/>
        <a:p>
          <a:pPr rtl="0"/>
          <a:r>
            <a:rPr lang="en-US" dirty="0" smtClean="0"/>
            <a:t>Result: VLAN 10 PCs can reach other VLANs and the internet, but others cannot ping or connect to VLAN 10 first.</a:t>
          </a:r>
          <a:endParaRPr lang="en-US" dirty="0"/>
        </a:p>
      </dgm:t>
    </dgm:pt>
    <dgm:pt modelId="{0AD09D8E-6346-42DF-86E5-669963645F99}" type="parTrans" cxnId="{21795EA7-8D81-455B-A24F-FB88AF73B3DB}">
      <dgm:prSet/>
      <dgm:spPr/>
      <dgm:t>
        <a:bodyPr/>
        <a:lstStyle/>
        <a:p>
          <a:endParaRPr lang="en-US"/>
        </a:p>
      </dgm:t>
    </dgm:pt>
    <dgm:pt modelId="{989EF747-E0E3-4B77-AC38-C2AFD4991BC9}" type="sibTrans" cxnId="{21795EA7-8D81-455B-A24F-FB88AF73B3DB}">
      <dgm:prSet/>
      <dgm:spPr/>
      <dgm:t>
        <a:bodyPr/>
        <a:lstStyle/>
        <a:p>
          <a:endParaRPr lang="en-US"/>
        </a:p>
      </dgm:t>
    </dgm:pt>
    <dgm:pt modelId="{734CFC1F-0F0A-4923-9504-CC38C3F02595}" type="pres">
      <dgm:prSet presAssocID="{F05217A7-2F38-403E-942A-7A8F807304FC}" presName="linear" presStyleCnt="0">
        <dgm:presLayoutVars>
          <dgm:animLvl val="lvl"/>
          <dgm:resizeHandles val="exact"/>
        </dgm:presLayoutVars>
      </dgm:prSet>
      <dgm:spPr/>
      <dgm:t>
        <a:bodyPr/>
        <a:lstStyle/>
        <a:p>
          <a:endParaRPr lang="en-US"/>
        </a:p>
      </dgm:t>
    </dgm:pt>
    <dgm:pt modelId="{8706B03D-8F62-47DF-A748-26BBC364D1E7}" type="pres">
      <dgm:prSet presAssocID="{03017E45-922F-464E-8459-71C994AEB67D}" presName="parentText" presStyleLbl="node1" presStyleIdx="0" presStyleCnt="1" custLinFactY="62925" custLinFactNeighborY="100000">
        <dgm:presLayoutVars>
          <dgm:chMax val="0"/>
          <dgm:bulletEnabled val="1"/>
        </dgm:presLayoutVars>
      </dgm:prSet>
      <dgm:spPr/>
      <dgm:t>
        <a:bodyPr/>
        <a:lstStyle/>
        <a:p>
          <a:endParaRPr lang="en-US"/>
        </a:p>
      </dgm:t>
    </dgm:pt>
  </dgm:ptLst>
  <dgm:cxnLst>
    <dgm:cxn modelId="{B481976B-1518-4949-8307-902C2D0EF582}" type="presOf" srcId="{03017E45-922F-464E-8459-71C994AEB67D}" destId="{8706B03D-8F62-47DF-A748-26BBC364D1E7}" srcOrd="0" destOrd="0" presId="urn:microsoft.com/office/officeart/2005/8/layout/vList2"/>
    <dgm:cxn modelId="{11DD6A2C-E94E-4BF4-B6C6-46B3B8D7430A}" type="presOf" srcId="{F05217A7-2F38-403E-942A-7A8F807304FC}" destId="{734CFC1F-0F0A-4923-9504-CC38C3F02595}" srcOrd="0" destOrd="0" presId="urn:microsoft.com/office/officeart/2005/8/layout/vList2"/>
    <dgm:cxn modelId="{21795EA7-8D81-455B-A24F-FB88AF73B3DB}" srcId="{F05217A7-2F38-403E-942A-7A8F807304FC}" destId="{03017E45-922F-464E-8459-71C994AEB67D}" srcOrd="0" destOrd="0" parTransId="{0AD09D8E-6346-42DF-86E5-669963645F99}" sibTransId="{989EF747-E0E3-4B77-AC38-C2AFD4991BC9}"/>
    <dgm:cxn modelId="{046AFA57-4708-4814-A154-4635A8B1A71A}" type="presParOf" srcId="{734CFC1F-0F0A-4923-9504-CC38C3F02595}" destId="{8706B03D-8F62-47DF-A748-26BBC364D1E7}" srcOrd="0"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E22223-3314-43C4-A785-DC0335986E89}">
      <dsp:nvSpPr>
        <dsp:cNvPr id="0" name=""/>
        <dsp:cNvSpPr/>
      </dsp:nvSpPr>
      <dsp:spPr>
        <a:xfrm>
          <a:off x="0" y="206"/>
          <a:ext cx="6227409" cy="7738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t>Basic setup:</a:t>
          </a:r>
          <a:r>
            <a:rPr lang="en-US" sz="2000" kern="1200" dirty="0" smtClean="0"/>
            <a:t> We named the switch SW1 and turned off lookup and console timeout to make working easier.</a:t>
          </a:r>
          <a:endParaRPr lang="en-US" sz="2000" kern="1200" dirty="0"/>
        </a:p>
      </dsp:txBody>
      <dsp:txXfrm>
        <a:off x="37776" y="37982"/>
        <a:ext cx="6151857" cy="698293"/>
      </dsp:txXfrm>
    </dsp:sp>
    <dsp:sp modelId="{555852E3-789A-4F3F-A969-21988AAC28B0}">
      <dsp:nvSpPr>
        <dsp:cNvPr id="0" name=""/>
        <dsp:cNvSpPr/>
      </dsp:nvSpPr>
      <dsp:spPr>
        <a:xfrm>
          <a:off x="0" y="788058"/>
          <a:ext cx="6227409" cy="7738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t>VLANs:</a:t>
          </a:r>
          <a:r>
            <a:rPr lang="en-US" sz="1800" kern="1200" dirty="0" smtClean="0"/>
            <a:t> We created VLAN 10 (IT), VLAN 20 (HR), and VLAN 30 (Sales) to keep each department’s network separate.</a:t>
          </a:r>
          <a:endParaRPr lang="en-US" sz="1800" kern="1200" dirty="0"/>
        </a:p>
      </dsp:txBody>
      <dsp:txXfrm>
        <a:off x="37776" y="825834"/>
        <a:ext cx="6151857" cy="6982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FFD04-3E53-4BEC-8348-02F7362562FE}">
      <dsp:nvSpPr>
        <dsp:cNvPr id="0" name=""/>
        <dsp:cNvSpPr/>
      </dsp:nvSpPr>
      <dsp:spPr>
        <a:xfrm>
          <a:off x="0" y="56352"/>
          <a:ext cx="5373593"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Access ports:</a:t>
          </a:r>
          <a:r>
            <a:rPr lang="en-US" sz="1700" kern="1200" smtClean="0"/>
            <a:t> Fa0/3-4 go to VLAN 10 (IT), Fa0/5-6 go to VLAN 20 (HR), and Fa0/7-8 go to VLAN 30 (Sales). Now each PC is in its own VLAN.</a:t>
          </a:r>
          <a:endParaRPr lang="en-US" sz="1700" kern="1200"/>
        </a:p>
      </dsp:txBody>
      <dsp:txXfrm>
        <a:off x="45635" y="101987"/>
        <a:ext cx="5282323" cy="843560"/>
      </dsp:txXfrm>
    </dsp:sp>
    <dsp:sp modelId="{A6FA290E-2D37-494B-A6B9-09BFFA08BE4D}">
      <dsp:nvSpPr>
        <dsp:cNvPr id="0" name=""/>
        <dsp:cNvSpPr/>
      </dsp:nvSpPr>
      <dsp:spPr>
        <a:xfrm>
          <a:off x="0" y="1040142"/>
          <a:ext cx="5373593"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Trunk port:</a:t>
          </a:r>
          <a:r>
            <a:rPr lang="en-US" sz="1700" kern="1200" smtClean="0"/>
            <a:t> Fa0/2 is the link from SW1 to SW2. It carries traffic for VLANs 10, 20, and 30 together, so both switches can share the same VLANs.</a:t>
          </a:r>
          <a:endParaRPr lang="en-US" sz="1700" kern="1200"/>
        </a:p>
      </dsp:txBody>
      <dsp:txXfrm>
        <a:off x="45635" y="1085777"/>
        <a:ext cx="5282323" cy="843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E76CEF-437B-4525-AF91-074381BC03D7}">
      <dsp:nvSpPr>
        <dsp:cNvPr id="0" name=""/>
        <dsp:cNvSpPr/>
      </dsp:nvSpPr>
      <dsp:spPr>
        <a:xfrm>
          <a:off x="0" y="374374"/>
          <a:ext cx="5318342" cy="741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endParaRPr lang="en-US" sz="2000" kern="1200" dirty="0"/>
        </a:p>
      </dsp:txBody>
      <dsp:txXfrm>
        <a:off x="3621" y="377995"/>
        <a:ext cx="5311100" cy="66925"/>
      </dsp:txXfrm>
    </dsp:sp>
    <dsp:sp modelId="{61E9862C-C16A-416A-A3C2-46AA8DAE8B51}">
      <dsp:nvSpPr>
        <dsp:cNvPr id="0" name=""/>
        <dsp:cNvSpPr/>
      </dsp:nvSpPr>
      <dsp:spPr>
        <a:xfrm>
          <a:off x="0" y="340231"/>
          <a:ext cx="5318342" cy="1427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t>Default gateway:</a:t>
          </a:r>
          <a:r>
            <a:rPr lang="en-US" sz="2000" kern="1200" dirty="0" smtClean="0"/>
            <a:t> We gave each VLAN an IP address on SW1: 192.168.10.1 (IT), 192.168.20.1 (HR), and 192.168.30.1 (Sales). The PCs in each VLAN will use these as their gateway. </a:t>
          </a:r>
          <a:endParaRPr lang="en-US" sz="2000" kern="1200" dirty="0"/>
        </a:p>
      </dsp:txBody>
      <dsp:txXfrm>
        <a:off x="69680" y="409911"/>
        <a:ext cx="5178982" cy="1288040"/>
      </dsp:txXfrm>
    </dsp:sp>
    <dsp:sp modelId="{83D074BE-13BC-4137-9692-A4B2C62F8A00}">
      <dsp:nvSpPr>
        <dsp:cNvPr id="0" name=""/>
        <dsp:cNvSpPr/>
      </dsp:nvSpPr>
      <dsp:spPr>
        <a:xfrm>
          <a:off x="0" y="1825231"/>
          <a:ext cx="5318342" cy="1427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t>Routing:</a:t>
          </a:r>
          <a:r>
            <a:rPr lang="en-US" sz="2000" kern="1200" dirty="0" smtClean="0"/>
            <a:t> ip routing turns on routing, so PCs in different VLANs can talk to each other through SW1. </a:t>
          </a:r>
          <a:endParaRPr lang="en-US" sz="2000" kern="1200" dirty="0"/>
        </a:p>
      </dsp:txBody>
      <dsp:txXfrm>
        <a:off x="69680" y="1894911"/>
        <a:ext cx="5178982" cy="1288040"/>
      </dsp:txXfrm>
    </dsp:sp>
    <dsp:sp modelId="{421B8998-3A9B-4CCF-9BC9-01FA66516A27}">
      <dsp:nvSpPr>
        <dsp:cNvPr id="0" name=""/>
        <dsp:cNvSpPr/>
      </dsp:nvSpPr>
      <dsp:spPr>
        <a:xfrm>
          <a:off x="0" y="394757"/>
          <a:ext cx="5318342" cy="537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endParaRPr lang="en-US" sz="2000" kern="1200" dirty="0"/>
        </a:p>
      </dsp:txBody>
      <dsp:txXfrm>
        <a:off x="2626" y="397383"/>
        <a:ext cx="5313090" cy="485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38362A-4DF1-4E85-A033-6393B241435F}">
      <dsp:nvSpPr>
        <dsp:cNvPr id="0" name=""/>
        <dsp:cNvSpPr/>
      </dsp:nvSpPr>
      <dsp:spPr>
        <a:xfrm>
          <a:off x="0" y="10926"/>
          <a:ext cx="4045907" cy="18181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Router port: We changed Gi0/1 from a switch port to a routed port with the IP 10.10.10.2. This is the link that connects SW1 to router.</a:t>
          </a:r>
          <a:endParaRPr lang="en-US" sz="2100" kern="1200"/>
        </a:p>
      </dsp:txBody>
      <dsp:txXfrm>
        <a:off x="88756" y="99682"/>
        <a:ext cx="3868395" cy="16406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99AF4-9F46-4240-B495-9B5E69EA5977}">
      <dsp:nvSpPr>
        <dsp:cNvPr id="0" name=""/>
        <dsp:cNvSpPr/>
      </dsp:nvSpPr>
      <dsp:spPr>
        <a:xfrm>
          <a:off x="0" y="4925"/>
          <a:ext cx="5540679"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Default route:</a:t>
          </a:r>
          <a:r>
            <a:rPr lang="en-US" sz="1600" kern="1200" smtClean="0"/>
            <a:t> Any traffic that SW1 doesn’t know where to send goes to 10.10.10.1, the router toward Dhaka.</a:t>
          </a:r>
          <a:endParaRPr lang="en-US" sz="1600" kern="1200"/>
        </a:p>
      </dsp:txBody>
      <dsp:txXfrm>
        <a:off x="31070" y="35995"/>
        <a:ext cx="5478539" cy="5743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517812-B36A-49FB-8852-E4BA19104B41}">
      <dsp:nvSpPr>
        <dsp:cNvPr id="0" name=""/>
        <dsp:cNvSpPr/>
      </dsp:nvSpPr>
      <dsp:spPr>
        <a:xfrm>
          <a:off x="0" y="23729"/>
          <a:ext cx="3295738" cy="9509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dirty="0" smtClean="0"/>
            <a:t>VLAN 40:</a:t>
          </a:r>
          <a:r>
            <a:rPr lang="en-US" sz="1700" kern="1200" dirty="0" smtClean="0"/>
            <a:t> We created a new VLAN called DHCP_Server.</a:t>
          </a:r>
          <a:endParaRPr lang="en-US" sz="1700" kern="1200" dirty="0"/>
        </a:p>
      </dsp:txBody>
      <dsp:txXfrm>
        <a:off x="46424" y="70153"/>
        <a:ext cx="3202890" cy="858142"/>
      </dsp:txXfrm>
    </dsp:sp>
    <dsp:sp modelId="{5453CE9C-C6AD-4BBB-9659-24489987AB25}">
      <dsp:nvSpPr>
        <dsp:cNvPr id="0" name=""/>
        <dsp:cNvSpPr/>
      </dsp:nvSpPr>
      <dsp:spPr>
        <a:xfrm>
          <a:off x="0" y="1021113"/>
          <a:ext cx="3295738" cy="9509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Port Fa0/1:</a:t>
          </a:r>
          <a:r>
            <a:rPr lang="en-US" sz="1700" kern="1200" smtClean="0"/>
            <a:t> We put this port in VLAN 40, so the DHCP server connects here.</a:t>
          </a:r>
          <a:endParaRPr lang="en-US" sz="1700" kern="1200"/>
        </a:p>
      </dsp:txBody>
      <dsp:txXfrm>
        <a:off x="46424" y="1067537"/>
        <a:ext cx="3202890" cy="858142"/>
      </dsp:txXfrm>
    </dsp:sp>
    <dsp:sp modelId="{17826A92-F60C-40F1-8440-6C75B57B7994}">
      <dsp:nvSpPr>
        <dsp:cNvPr id="0" name=""/>
        <dsp:cNvSpPr/>
      </dsp:nvSpPr>
      <dsp:spPr>
        <a:xfrm>
          <a:off x="0" y="2021064"/>
          <a:ext cx="3295738" cy="9509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VLAN 40 gateway:</a:t>
          </a:r>
          <a:r>
            <a:rPr lang="en-US" sz="1700" kern="1200" smtClean="0"/>
            <a:t> We gave it the IP 192.168.40.1, so the server has a gateway.</a:t>
          </a:r>
          <a:endParaRPr lang="en-US" sz="1700" kern="1200"/>
        </a:p>
      </dsp:txBody>
      <dsp:txXfrm>
        <a:off x="46424" y="2067488"/>
        <a:ext cx="3202890" cy="8581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265C3-8F57-4F8A-AAFB-887CA9AA1077}">
      <dsp:nvSpPr>
        <dsp:cNvPr id="0" name=""/>
        <dsp:cNvSpPr/>
      </dsp:nvSpPr>
      <dsp:spPr>
        <a:xfrm>
          <a:off x="0" y="0"/>
          <a:ext cx="9828758"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dirty="0" smtClean="0"/>
            <a:t>Each pool gives: a default gateway (the SW1 VLAN IP), a DNS server (8.8.8.8), a start IP (.10), a subnet mask, and a max of 200 users.</a:t>
          </a:r>
          <a:endParaRPr lang="en-US" sz="2700" kern="1200" dirty="0"/>
        </a:p>
      </dsp:txBody>
      <dsp:txXfrm>
        <a:off x="52431" y="52431"/>
        <a:ext cx="9723896" cy="969198"/>
      </dsp:txXfrm>
    </dsp:sp>
    <dsp:sp modelId="{B3C49D6B-943D-4EF5-8053-3E3B68455A08}">
      <dsp:nvSpPr>
        <dsp:cNvPr id="0" name=""/>
        <dsp:cNvSpPr/>
      </dsp:nvSpPr>
      <dsp:spPr>
        <a:xfrm>
          <a:off x="0" y="1346216"/>
          <a:ext cx="9828758"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dirty="0" smtClean="0"/>
            <a:t>Result: PCs in each VLAN automatically get their IP, gateway, and DNS from the server. </a:t>
          </a:r>
          <a:endParaRPr lang="en-US" sz="2700" kern="1200" dirty="0"/>
        </a:p>
      </dsp:txBody>
      <dsp:txXfrm>
        <a:off x="52431" y="1398647"/>
        <a:ext cx="9723896" cy="969198"/>
      </dsp:txXfrm>
    </dsp:sp>
    <dsp:sp modelId="{1DEA9E4E-3B7E-453D-86A0-88C43337094B}">
      <dsp:nvSpPr>
        <dsp:cNvPr id="0" name=""/>
        <dsp:cNvSpPr/>
      </dsp:nvSpPr>
      <dsp:spPr>
        <a:xfrm flipV="1">
          <a:off x="0" y="2507405"/>
          <a:ext cx="9828758" cy="1136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endParaRPr lang="en-US" sz="2700" kern="1200" dirty="0"/>
        </a:p>
      </dsp:txBody>
      <dsp:txXfrm rot="10800000">
        <a:off x="5546" y="2512951"/>
        <a:ext cx="9817666" cy="10252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EDA9CD-1057-4DD7-8617-F1654B633443}">
      <dsp:nvSpPr>
        <dsp:cNvPr id="0" name=""/>
        <dsp:cNvSpPr/>
      </dsp:nvSpPr>
      <dsp:spPr>
        <a:xfrm>
          <a:off x="0" y="215663"/>
          <a:ext cx="8350685" cy="12647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rtl="0">
            <a:lnSpc>
              <a:spcPct val="90000"/>
            </a:lnSpc>
            <a:spcBef>
              <a:spcPct val="0"/>
            </a:spcBef>
            <a:spcAft>
              <a:spcPct val="35000"/>
            </a:spcAft>
          </a:pPr>
          <a:r>
            <a:rPr lang="en-US" sz="2300" kern="1200" dirty="0" smtClean="0"/>
            <a:t>Static IP: Yes, the DHCP server must have a static IP. Set it to 192.168.40.10 with mask 255.255.255.0 and gateway 192.168.40.1. It must stay fixed because the ip helper-address points to it.</a:t>
          </a:r>
          <a:endParaRPr lang="en-US" sz="2300" kern="1200" dirty="0"/>
        </a:p>
      </dsp:txBody>
      <dsp:txXfrm>
        <a:off x="61741" y="277404"/>
        <a:ext cx="8227203" cy="11412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2CE4DF-1361-464E-9EA5-08098C913A1A}">
      <dsp:nvSpPr>
        <dsp:cNvPr id="0" name=""/>
        <dsp:cNvSpPr/>
      </dsp:nvSpPr>
      <dsp:spPr>
        <a:xfrm>
          <a:off x="0" y="12648"/>
          <a:ext cx="7273447" cy="1099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Problem: PCs ask for an IP by broadcast, and broadcasts cannot cross VLANs. The DHCP server is in VLAN 40, so it would never hear them.</a:t>
          </a:r>
          <a:endParaRPr lang="en-US" sz="2000" kern="1200"/>
        </a:p>
      </dsp:txBody>
      <dsp:txXfrm>
        <a:off x="53688" y="66336"/>
        <a:ext cx="7166071" cy="992424"/>
      </dsp:txXfrm>
    </dsp:sp>
    <dsp:sp modelId="{723168CB-EC73-44E4-9D68-C14D9DAF08C7}">
      <dsp:nvSpPr>
        <dsp:cNvPr id="0" name=""/>
        <dsp:cNvSpPr/>
      </dsp:nvSpPr>
      <dsp:spPr>
        <a:xfrm>
          <a:off x="0" y="1170048"/>
          <a:ext cx="7273447" cy="1099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Fix: ip helper-address 192.168.40.10 makes SW1 catch the request and forward it directly to the DHCP server at 192.168.40.10.</a:t>
          </a:r>
          <a:endParaRPr lang="en-US" sz="2000" kern="1200"/>
        </a:p>
      </dsp:txBody>
      <dsp:txXfrm>
        <a:off x="53688" y="1223736"/>
        <a:ext cx="7166071" cy="99242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501C04-1B43-4EFE-8DE3-10D659E5B743}">
      <dsp:nvSpPr>
        <dsp:cNvPr id="0" name=""/>
        <dsp:cNvSpPr/>
      </dsp:nvSpPr>
      <dsp:spPr>
        <a:xfrm>
          <a:off x="0" y="215701"/>
          <a:ext cx="697866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smtClean="0"/>
            <a:t>Basic setup:</a:t>
          </a:r>
          <a:r>
            <a:rPr lang="en-US" sz="2200" kern="1200" smtClean="0"/>
            <a:t> We named the switch SW2 and turned off DNS lookup and console timeout.</a:t>
          </a:r>
          <a:endParaRPr lang="en-US" sz="2200" kern="1200"/>
        </a:p>
      </dsp:txBody>
      <dsp:txXfrm>
        <a:off x="42722" y="258423"/>
        <a:ext cx="6893220" cy="789716"/>
      </dsp:txXfrm>
    </dsp:sp>
    <dsp:sp modelId="{66692679-A75A-473F-84BE-9648F81F78A2}">
      <dsp:nvSpPr>
        <dsp:cNvPr id="0" name=""/>
        <dsp:cNvSpPr/>
      </dsp:nvSpPr>
      <dsp:spPr>
        <a:xfrm>
          <a:off x="0" y="1122542"/>
          <a:ext cx="697866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dirty="0" smtClean="0"/>
            <a:t>VLANs:</a:t>
          </a:r>
          <a:r>
            <a:rPr lang="en-US" sz="2200" kern="1200" dirty="0" smtClean="0"/>
            <a:t> We created VLAN 10 (IT), VLAN 20 (HR), and VLAN 30 (Sales). SW2 must have the same VLANs as SW1</a:t>
          </a:r>
          <a:endParaRPr lang="en-US" sz="2200" kern="1200" dirty="0"/>
        </a:p>
      </dsp:txBody>
      <dsp:txXfrm>
        <a:off x="42722" y="1165264"/>
        <a:ext cx="6893220" cy="7897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9E033-80AE-4149-B6A2-3B44BCB0518A}">
      <dsp:nvSpPr>
        <dsp:cNvPr id="0" name=""/>
        <dsp:cNvSpPr/>
      </dsp:nvSpPr>
      <dsp:spPr>
        <a:xfrm>
          <a:off x="0" y="281244"/>
          <a:ext cx="457200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Access ports: Fa0/2-3 go to VLAN 10 (IT), Fa0/4-5 go to VLAN 20 (HR), and Fa0/6-7 go to VLAN 30 (Sales). Now each PC on SW2 is in its own VLAN.</a:t>
          </a:r>
          <a:endParaRPr lang="en-US" sz="1700" kern="1200"/>
        </a:p>
      </dsp:txBody>
      <dsp:txXfrm>
        <a:off x="45635" y="326879"/>
        <a:ext cx="4480730" cy="843560"/>
      </dsp:txXfrm>
    </dsp:sp>
    <dsp:sp modelId="{E2263E3C-F2D7-4866-9D37-932FCE5A5279}">
      <dsp:nvSpPr>
        <dsp:cNvPr id="0" name=""/>
        <dsp:cNvSpPr/>
      </dsp:nvSpPr>
      <dsp:spPr>
        <a:xfrm>
          <a:off x="0" y="1265034"/>
          <a:ext cx="457200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Trunk port: Fa0/1 is the link to SW1. It carries VLANs 10, 20, and 30 together, so both switches share the same VLANs</a:t>
          </a:r>
          <a:endParaRPr lang="en-US" sz="1700" kern="1200"/>
        </a:p>
      </dsp:txBody>
      <dsp:txXfrm>
        <a:off x="45635" y="1310669"/>
        <a:ext cx="4480730" cy="8435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84E2B-DDE9-4724-A863-ADC3E04877E8}">
      <dsp:nvSpPr>
        <dsp:cNvPr id="0" name=""/>
        <dsp:cNvSpPr/>
      </dsp:nvSpPr>
      <dsp:spPr>
        <a:xfrm>
          <a:off x="0" y="3488"/>
          <a:ext cx="5384800" cy="9920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b="1" kern="1200" smtClean="0"/>
            <a:t>Interface:</a:t>
          </a:r>
          <a:r>
            <a:rPr lang="en-US" sz="1400" kern="1200" smtClean="0"/>
            <a:t> Gi0/0 gets the IP 10.10.10.1. This is the link to SW1 (10.10.10.2), and the /30 mask is perfect for a two-device link.</a:t>
          </a:r>
          <a:endParaRPr lang="en-US" sz="1400" kern="1200"/>
        </a:p>
      </dsp:txBody>
      <dsp:txXfrm>
        <a:off x="48426" y="51914"/>
        <a:ext cx="5287948" cy="895161"/>
      </dsp:txXfrm>
    </dsp:sp>
    <dsp:sp modelId="{A6DEA6B4-6666-4A2D-8F38-611712290740}">
      <dsp:nvSpPr>
        <dsp:cNvPr id="0" name=""/>
        <dsp:cNvSpPr/>
      </dsp:nvSpPr>
      <dsp:spPr>
        <a:xfrm>
          <a:off x="0" y="1035822"/>
          <a:ext cx="5384800" cy="9920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b="1" kern="1200" smtClean="0"/>
            <a:t>Static routes:</a:t>
          </a:r>
          <a:r>
            <a:rPr lang="en-US" sz="1400" kern="1200" smtClean="0"/>
            <a:t> DHAKA now knows that the IT, HR, and Sales networks (192.168.10.0, 20.0, 30.0) are reached through SW1 at 10.10.10.2. Without these, replies from outside would not find their way back to the PCs.</a:t>
          </a:r>
          <a:endParaRPr lang="en-US" sz="1400" kern="1200"/>
        </a:p>
      </dsp:txBody>
      <dsp:txXfrm>
        <a:off x="48426" y="1084248"/>
        <a:ext cx="5287948" cy="89516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078BE2-AC1C-46E1-A6CF-1C2923ADDA21}">
      <dsp:nvSpPr>
        <dsp:cNvPr id="0" name=""/>
        <dsp:cNvSpPr/>
      </dsp:nvSpPr>
      <dsp:spPr>
        <a:xfrm>
          <a:off x="0" y="235717"/>
          <a:ext cx="743368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smtClean="0"/>
            <a:t>Basic setup:</a:t>
          </a:r>
          <a:r>
            <a:rPr lang="en-US" sz="2200" kern="1200" smtClean="0"/>
            <a:t> We named the switch Sw3 and turned off DNS lookup and console timeout.</a:t>
          </a:r>
          <a:endParaRPr lang="en-US" sz="2200" kern="1200"/>
        </a:p>
      </dsp:txBody>
      <dsp:txXfrm>
        <a:off x="42722" y="278439"/>
        <a:ext cx="7348240" cy="789716"/>
      </dsp:txXfrm>
    </dsp:sp>
    <dsp:sp modelId="{784C8C7D-0CEC-4A3F-BB21-85C360494D32}">
      <dsp:nvSpPr>
        <dsp:cNvPr id="0" name=""/>
        <dsp:cNvSpPr/>
      </dsp:nvSpPr>
      <dsp:spPr>
        <a:xfrm>
          <a:off x="0" y="1174238"/>
          <a:ext cx="743368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dirty="0" smtClean="0"/>
            <a:t>VLANs:</a:t>
          </a:r>
          <a:r>
            <a:rPr lang="en-US" sz="2200" kern="1200" dirty="0" smtClean="0"/>
            <a:t> We created VLAN 10 (Accounts), VLAN 20 (Marketing), and VLAN 30 (IT). These are for a different site or network, </a:t>
          </a:r>
          <a:endParaRPr lang="en-US" sz="2200" kern="1200" dirty="0"/>
        </a:p>
      </dsp:txBody>
      <dsp:txXfrm>
        <a:off x="42722" y="1216960"/>
        <a:ext cx="7348240" cy="78971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268D54-50AB-4817-867F-E3B9A33C0A1B}">
      <dsp:nvSpPr>
        <dsp:cNvPr id="0" name=""/>
        <dsp:cNvSpPr/>
      </dsp:nvSpPr>
      <dsp:spPr>
        <a:xfrm>
          <a:off x="0" y="59612"/>
          <a:ext cx="3766159"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Access ports: Fa0/1-4 go to VLAN 10 (Accounts), Fa0/5-7 go to VLAN 20 (Marketing), and Fa0/8-11 go to VLAN 30 (IT).</a:t>
          </a:r>
          <a:endParaRPr lang="en-US" sz="1700" kern="1200"/>
        </a:p>
      </dsp:txBody>
      <dsp:txXfrm>
        <a:off x="59228" y="118840"/>
        <a:ext cx="3647703" cy="1094833"/>
      </dsp:txXfrm>
    </dsp:sp>
    <dsp:sp modelId="{8215C7C0-5557-4FB2-A64A-507CCEF7C727}">
      <dsp:nvSpPr>
        <dsp:cNvPr id="0" name=""/>
        <dsp:cNvSpPr/>
      </dsp:nvSpPr>
      <dsp:spPr>
        <a:xfrm>
          <a:off x="0" y="1321862"/>
          <a:ext cx="3766159"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Trunk port: Gi0/1 is the uplink. It carries VLANs 10, 20, and 30 together.</a:t>
          </a:r>
          <a:endParaRPr lang="en-US" sz="1700" kern="1200"/>
        </a:p>
      </dsp:txBody>
      <dsp:txXfrm>
        <a:off x="59228" y="1381090"/>
        <a:ext cx="3647703" cy="109483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BD684F-16F9-4A95-A7F2-64FFD3FE056F}">
      <dsp:nvSpPr>
        <dsp:cNvPr id="0" name=""/>
        <dsp:cNvSpPr/>
      </dsp:nvSpPr>
      <dsp:spPr>
        <a:xfrm>
          <a:off x="0" y="16785"/>
          <a:ext cx="6875196"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Basic setup: We named the router CUMILLA and turned off DNS lookup and console timeout.</a:t>
          </a:r>
          <a:endParaRPr lang="en-US" sz="2000" kern="1200"/>
        </a:p>
      </dsp:txBody>
      <dsp:txXfrm>
        <a:off x="54616" y="71401"/>
        <a:ext cx="6765964" cy="1009580"/>
      </dsp:txXfrm>
    </dsp:sp>
    <dsp:sp modelId="{7E04A33D-4FE1-4938-BD9B-102DA05ED8E4}">
      <dsp:nvSpPr>
        <dsp:cNvPr id="0" name=""/>
        <dsp:cNvSpPr/>
      </dsp:nvSpPr>
      <dsp:spPr>
        <a:xfrm>
          <a:off x="0" y="1193198"/>
          <a:ext cx="6875196"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Interface: no shutdown turns Gi0/0 on. It has no IP address yet, which is normal if this port will be split into subinterfaces for the VLANs (router-on-a-stick) toward Sw3.</a:t>
          </a:r>
          <a:endParaRPr lang="en-US" sz="2000" kern="1200"/>
        </a:p>
      </dsp:txBody>
      <dsp:txXfrm>
        <a:off x="54616" y="1247814"/>
        <a:ext cx="6765964" cy="100958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C16987-57B9-40FA-8D06-1A7EE6CFCED1}">
      <dsp:nvSpPr>
        <dsp:cNvPr id="0" name=""/>
        <dsp:cNvSpPr/>
      </dsp:nvSpPr>
      <dsp:spPr>
        <a:xfrm>
          <a:off x="0" y="15720"/>
          <a:ext cx="4955138"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Gi0/0.10: encapsulation dot1Q 10 ties it to VLAN 10 (Accounts), and 192.168.50.1 is the default gateway for that VLAN.</a:t>
          </a:r>
          <a:endParaRPr lang="en-US" sz="1700" kern="1200"/>
        </a:p>
      </dsp:txBody>
      <dsp:txXfrm>
        <a:off x="45635" y="61355"/>
        <a:ext cx="4863868" cy="843560"/>
      </dsp:txXfrm>
    </dsp:sp>
    <dsp:sp modelId="{E8DC987E-5970-4DBC-8257-8BE7265FC672}">
      <dsp:nvSpPr>
        <dsp:cNvPr id="0" name=""/>
        <dsp:cNvSpPr/>
      </dsp:nvSpPr>
      <dsp:spPr>
        <a:xfrm>
          <a:off x="0" y="999510"/>
          <a:ext cx="4955138"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Gi0/0.20: Tied to VLAN 20 (Marketing), with gateway 192.168.60.1</a:t>
          </a:r>
          <a:endParaRPr lang="en-US" sz="1700" kern="1200"/>
        </a:p>
      </dsp:txBody>
      <dsp:txXfrm>
        <a:off x="45635" y="1045145"/>
        <a:ext cx="4863868" cy="843560"/>
      </dsp:txXfrm>
    </dsp:sp>
    <dsp:sp modelId="{3FA57CCF-8AA2-4F4A-9940-9C4FCBA9B190}">
      <dsp:nvSpPr>
        <dsp:cNvPr id="0" name=""/>
        <dsp:cNvSpPr/>
      </dsp:nvSpPr>
      <dsp:spPr>
        <a:xfrm>
          <a:off x="0" y="1983300"/>
          <a:ext cx="4955138"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Gi0/0.30: Tied to VLAN 30 (IT), with gateway 192.168.70.1</a:t>
          </a:r>
          <a:endParaRPr lang="en-US" sz="1700" kern="1200"/>
        </a:p>
      </dsp:txBody>
      <dsp:txXfrm>
        <a:off x="45635" y="2028935"/>
        <a:ext cx="4863868" cy="8435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90EE55-C2A4-42D3-8E0B-0C2C60E42AE2}">
      <dsp:nvSpPr>
        <dsp:cNvPr id="0" name=""/>
        <dsp:cNvSpPr/>
      </dsp:nvSpPr>
      <dsp:spPr>
        <a:xfrm>
          <a:off x="0" y="26676"/>
          <a:ext cx="5891408"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Pools: vlan10 covers 192.168.50.0/24, vlan20 covers 192.168.60.0/24, and vlan30 covers 192.168.70.0/24. Each pool gives the PCs a gateway (the router’s subinterface IP) and DNS 8.8.8.8.</a:t>
          </a:r>
          <a:endParaRPr lang="en-US" sz="1700" kern="1200"/>
        </a:p>
      </dsp:txBody>
      <dsp:txXfrm>
        <a:off x="59228" y="85904"/>
        <a:ext cx="5772952" cy="1094833"/>
      </dsp:txXfrm>
    </dsp:sp>
    <dsp:sp modelId="{A192B2BA-8807-401F-8A27-CF4137E034ED}">
      <dsp:nvSpPr>
        <dsp:cNvPr id="0" name=""/>
        <dsp:cNvSpPr/>
      </dsp:nvSpPr>
      <dsp:spPr>
        <a:xfrm>
          <a:off x="0" y="1288926"/>
          <a:ext cx="5891408"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Excluded addresses: The first five IPs (.1 to .5) in each network are kept out of the pool. They are saved for the gateway and any static devices.</a:t>
          </a:r>
          <a:endParaRPr lang="en-US" sz="1700" kern="1200"/>
        </a:p>
      </dsp:txBody>
      <dsp:txXfrm>
        <a:off x="59228" y="1348154"/>
        <a:ext cx="5772952" cy="109483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ABC564-1CE7-4120-B8A4-16C8ABD6E420}">
      <dsp:nvSpPr>
        <dsp:cNvPr id="0" name=""/>
        <dsp:cNvSpPr/>
      </dsp:nvSpPr>
      <dsp:spPr>
        <a:xfrm>
          <a:off x="0" y="48632"/>
          <a:ext cx="6839211" cy="1174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Basic setup: We named the switch SW4 and turned off DNS lookup and console timeout.</a:t>
          </a:r>
          <a:endParaRPr lang="en-US" sz="2100" kern="1200"/>
        </a:p>
      </dsp:txBody>
      <dsp:txXfrm>
        <a:off x="57347" y="105979"/>
        <a:ext cx="6724517" cy="1060059"/>
      </dsp:txXfrm>
    </dsp:sp>
    <dsp:sp modelId="{24106AD1-FD4A-4DB8-86C4-603CACB49943}">
      <dsp:nvSpPr>
        <dsp:cNvPr id="0" name=""/>
        <dsp:cNvSpPr/>
      </dsp:nvSpPr>
      <dsp:spPr>
        <a:xfrm>
          <a:off x="0" y="1283866"/>
          <a:ext cx="6839211" cy="1174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VLANs: We created VLAN 10 (IT) and VLAN 20 (Sales). This site has only two VLANs, unlike SW1 and Sw3, which have three.</a:t>
          </a:r>
          <a:endParaRPr lang="en-US" sz="2100" kern="1200"/>
        </a:p>
      </dsp:txBody>
      <dsp:txXfrm>
        <a:off x="57347" y="1341213"/>
        <a:ext cx="6724517" cy="106005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6674B-7BFE-4F69-84FD-CA3ED949DF71}">
      <dsp:nvSpPr>
        <dsp:cNvPr id="0" name=""/>
        <dsp:cNvSpPr/>
      </dsp:nvSpPr>
      <dsp:spPr>
        <a:xfrm>
          <a:off x="0" y="35175"/>
          <a:ext cx="4868449"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Access ports: Fa0/1-10 go to VLAN 10 (IT), and Fa0/11-20 go to VLAN 20 (Sales).</a:t>
          </a:r>
          <a:endParaRPr lang="en-US" sz="1800" kern="1200" dirty="0"/>
        </a:p>
      </dsp:txBody>
      <dsp:txXfrm>
        <a:off x="34954" y="70129"/>
        <a:ext cx="4798541" cy="646132"/>
      </dsp:txXfrm>
    </dsp:sp>
    <dsp:sp modelId="{D905A9AF-CAD6-475B-8C4D-8BA8357AF297}">
      <dsp:nvSpPr>
        <dsp:cNvPr id="0" name=""/>
        <dsp:cNvSpPr/>
      </dsp:nvSpPr>
      <dsp:spPr>
        <a:xfrm>
          <a:off x="0" y="803056"/>
          <a:ext cx="4868449"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smtClean="0"/>
            <a:t>Trunk port: Gi0/1 is the uplink. It carries only VLANs 10 and 20 together on one cable.</a:t>
          </a:r>
          <a:endParaRPr lang="en-US" sz="1800" kern="1200"/>
        </a:p>
      </dsp:txBody>
      <dsp:txXfrm>
        <a:off x="34954" y="838010"/>
        <a:ext cx="4798541" cy="64613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8C1501-7A83-4E8D-A3E5-127AFD2F9DA1}">
      <dsp:nvSpPr>
        <dsp:cNvPr id="0" name=""/>
        <dsp:cNvSpPr/>
      </dsp:nvSpPr>
      <dsp:spPr>
        <a:xfrm>
          <a:off x="0" y="6540"/>
          <a:ext cx="6838565"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kern="1200" smtClean="0"/>
            <a:t>Basic setup: We named the switch SW5 and turned off DNS lookup and console timeout.</a:t>
          </a:r>
          <a:endParaRPr lang="en-US" sz="2600" kern="1200"/>
        </a:p>
      </dsp:txBody>
      <dsp:txXfrm>
        <a:off x="50489" y="57029"/>
        <a:ext cx="6737587" cy="933302"/>
      </dsp:txXfrm>
    </dsp:sp>
    <dsp:sp modelId="{2FFCCF44-24C1-4C31-BDBF-E793A4DD8195}">
      <dsp:nvSpPr>
        <dsp:cNvPr id="0" name=""/>
        <dsp:cNvSpPr/>
      </dsp:nvSpPr>
      <dsp:spPr>
        <a:xfrm>
          <a:off x="0" y="1115701"/>
          <a:ext cx="6838565"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kern="1200" dirty="0" smtClean="0"/>
            <a:t>VLANs: We created VLAN 10 (IT) and VLAN 20 (Sales). </a:t>
          </a:r>
          <a:endParaRPr lang="en-US" sz="2600" kern="1200" dirty="0"/>
        </a:p>
      </dsp:txBody>
      <dsp:txXfrm>
        <a:off x="50489" y="1166190"/>
        <a:ext cx="6737587" cy="93330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F9E8D-67C6-4B68-9C67-6D345599F5FD}">
      <dsp:nvSpPr>
        <dsp:cNvPr id="0" name=""/>
        <dsp:cNvSpPr/>
      </dsp:nvSpPr>
      <dsp:spPr>
        <a:xfrm>
          <a:off x="0" y="5816"/>
          <a:ext cx="5089741" cy="127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Access ports: Fa0/1-10 go to VLAN 10 (IT), and Fa0/11-20 go to VLAN 20 (Sales).</a:t>
          </a:r>
          <a:endParaRPr lang="en-US" sz="2100" kern="1200" dirty="0"/>
        </a:p>
      </dsp:txBody>
      <dsp:txXfrm>
        <a:off x="62444" y="68260"/>
        <a:ext cx="4964853" cy="1154287"/>
      </dsp:txXfrm>
    </dsp:sp>
    <dsp:sp modelId="{345DED00-8C72-4D7F-B332-A50B238E490A}">
      <dsp:nvSpPr>
        <dsp:cNvPr id="0" name=""/>
        <dsp:cNvSpPr/>
      </dsp:nvSpPr>
      <dsp:spPr>
        <a:xfrm>
          <a:off x="0" y="1345472"/>
          <a:ext cx="5089741" cy="127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Trunk ports: Gi0/1 and Gi0/2 both carry VLANs 10 and 20. </a:t>
          </a:r>
        </a:p>
        <a:p>
          <a:pPr lvl="0" algn="l" defTabSz="933450" rtl="0">
            <a:lnSpc>
              <a:spcPct val="90000"/>
            </a:lnSpc>
            <a:spcBef>
              <a:spcPct val="0"/>
            </a:spcBef>
            <a:spcAft>
              <a:spcPct val="35000"/>
            </a:spcAft>
          </a:pPr>
          <a:r>
            <a:rPr lang="en-US" sz="2100" kern="1200" dirty="0" smtClean="0"/>
            <a:t>Gi0/2 link to SW4, Gi0/1 link to the router</a:t>
          </a:r>
          <a:endParaRPr lang="en-US" sz="2100" kern="1200" dirty="0"/>
        </a:p>
      </dsp:txBody>
      <dsp:txXfrm>
        <a:off x="62444" y="1407916"/>
        <a:ext cx="4964853" cy="115428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3E3258-E58B-4245-A8CE-45DBF5E4766B}">
      <dsp:nvSpPr>
        <dsp:cNvPr id="0" name=""/>
        <dsp:cNvSpPr/>
      </dsp:nvSpPr>
      <dsp:spPr>
        <a:xfrm>
          <a:off x="0" y="12349"/>
          <a:ext cx="6012494" cy="596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Gi0/0: no shutdown turns the port on. It has no IP itself because the subinterfaces carry the addresses.</a:t>
          </a:r>
          <a:endParaRPr lang="en-US" sz="1500" kern="1200" dirty="0"/>
        </a:p>
      </dsp:txBody>
      <dsp:txXfrm>
        <a:off x="29128" y="41477"/>
        <a:ext cx="5954238" cy="538444"/>
      </dsp:txXfrm>
    </dsp:sp>
    <dsp:sp modelId="{6F546B09-AF5A-4D95-A098-EC9AA5974F7E}">
      <dsp:nvSpPr>
        <dsp:cNvPr id="0" name=""/>
        <dsp:cNvSpPr/>
      </dsp:nvSpPr>
      <dsp:spPr>
        <a:xfrm>
          <a:off x="0" y="652249"/>
          <a:ext cx="6012494" cy="596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Gi0/0.10: Tied to VLAN 10 (IT), with gateway 192.168.80.1.</a:t>
          </a:r>
          <a:endParaRPr lang="en-US" sz="1500" kern="1200" dirty="0"/>
        </a:p>
      </dsp:txBody>
      <dsp:txXfrm>
        <a:off x="29128" y="681377"/>
        <a:ext cx="5954238" cy="538444"/>
      </dsp:txXfrm>
    </dsp:sp>
    <dsp:sp modelId="{461B5B2F-3F63-44A2-B246-7BDC1DA108D0}">
      <dsp:nvSpPr>
        <dsp:cNvPr id="0" name=""/>
        <dsp:cNvSpPr/>
      </dsp:nvSpPr>
      <dsp:spPr>
        <a:xfrm>
          <a:off x="0" y="1292149"/>
          <a:ext cx="6012494" cy="596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Gi0/0.20: Tied to VLAN 20 (Sales), with gateway 192.168.90.1.</a:t>
          </a:r>
          <a:endParaRPr lang="en-US" sz="1500" kern="1200"/>
        </a:p>
      </dsp:txBody>
      <dsp:txXfrm>
        <a:off x="29128" y="1321277"/>
        <a:ext cx="5954238" cy="53844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AC8BB-D5B7-4749-8D4A-73CFD88D9343}">
      <dsp:nvSpPr>
        <dsp:cNvPr id="0" name=""/>
        <dsp:cNvSpPr/>
      </dsp:nvSpPr>
      <dsp:spPr>
        <a:xfrm>
          <a:off x="0" y="87671"/>
          <a:ext cx="4801644" cy="17396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Pools: vlan10 covers 192.168.80.0/24 and vlan20 covers 192.168.90.0/24. Each pool gives the PCs a gateway (the subinterface IP) and DNS 8.8.8.8.</a:t>
          </a:r>
          <a:endParaRPr lang="en-US" sz="2000" kern="1200"/>
        </a:p>
      </dsp:txBody>
      <dsp:txXfrm>
        <a:off x="84922" y="172593"/>
        <a:ext cx="4631800" cy="1569799"/>
      </dsp:txXfrm>
    </dsp:sp>
    <dsp:sp modelId="{24D6DE53-0254-4513-955A-07EC6F877946}">
      <dsp:nvSpPr>
        <dsp:cNvPr id="0" name=""/>
        <dsp:cNvSpPr/>
      </dsp:nvSpPr>
      <dsp:spPr>
        <a:xfrm>
          <a:off x="0" y="1884915"/>
          <a:ext cx="4801644" cy="17396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Excluded addresses: The first 20 IPs (.1 to .20) in each network are kept out of the pool. They are saved for the gateway and static devices like servers or printers. PCs will start getting IPs from .21.</a:t>
          </a:r>
          <a:endParaRPr lang="en-US" sz="2000" kern="1200"/>
        </a:p>
      </dsp:txBody>
      <dsp:txXfrm>
        <a:off x="84922" y="1969837"/>
        <a:ext cx="4631800" cy="156979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B0947-8997-46E7-837E-F937B4A68488}">
      <dsp:nvSpPr>
        <dsp:cNvPr id="0" name=""/>
        <dsp:cNvSpPr/>
      </dsp:nvSpPr>
      <dsp:spPr>
        <a:xfrm>
          <a:off x="0" y="240559"/>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The internet part has 4 routers: IIG, ISP_A, ISP_B and ISP_C.</a:t>
          </a:r>
          <a:endParaRPr lang="en-US" sz="1700" kern="1200"/>
        </a:p>
      </dsp:txBody>
      <dsp:txXfrm>
        <a:off x="19904" y="260463"/>
        <a:ext cx="12011418" cy="367937"/>
      </dsp:txXfrm>
    </dsp:sp>
    <dsp:sp modelId="{2347205A-7A3B-463A-8028-8FEE60E524E8}">
      <dsp:nvSpPr>
        <dsp:cNvPr id="0" name=""/>
        <dsp:cNvSpPr/>
      </dsp:nvSpPr>
      <dsp:spPr>
        <a:xfrm>
          <a:off x="0" y="697264"/>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IIG is in the center. It connects to all three ISPs.</a:t>
          </a:r>
          <a:endParaRPr lang="en-US" sz="1700" kern="1200"/>
        </a:p>
      </dsp:txBody>
      <dsp:txXfrm>
        <a:off x="19904" y="717168"/>
        <a:ext cx="12011418" cy="367937"/>
      </dsp:txXfrm>
    </dsp:sp>
    <dsp:sp modelId="{05BB7BBE-AB11-4831-B30C-5A2D56E80F69}">
      <dsp:nvSpPr>
        <dsp:cNvPr id="0" name=""/>
        <dsp:cNvSpPr/>
      </dsp:nvSpPr>
      <dsp:spPr>
        <a:xfrm>
          <a:off x="0" y="1153969"/>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ISP_A connects to the Dhaka branch, ISP_C connects to the Cumilla branch, and ISP_B connects to the CTG branch.</a:t>
          </a:r>
          <a:endParaRPr lang="en-US" sz="1700" kern="1200"/>
        </a:p>
      </dsp:txBody>
      <dsp:txXfrm>
        <a:off x="19904" y="1173873"/>
        <a:ext cx="12011418" cy="367937"/>
      </dsp:txXfrm>
    </dsp:sp>
    <dsp:sp modelId="{16334DA8-E0A6-4004-886C-3A880DA3A119}">
      <dsp:nvSpPr>
        <dsp:cNvPr id="0" name=""/>
        <dsp:cNvSpPr/>
      </dsp:nvSpPr>
      <dsp:spPr>
        <a:xfrm>
          <a:off x="0" y="1610674"/>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Each link uses a small /30 network (for example, 11.10.10.0/30 for IIG to ISP_A).</a:t>
          </a:r>
          <a:endParaRPr lang="en-US" sz="1700" kern="1200"/>
        </a:p>
      </dsp:txBody>
      <dsp:txXfrm>
        <a:off x="19904" y="1630578"/>
        <a:ext cx="12011418" cy="367937"/>
      </dsp:txXfrm>
    </dsp:sp>
    <dsp:sp modelId="{6A013E6E-700F-401A-AF16-D2603ACAC82F}">
      <dsp:nvSpPr>
        <dsp:cNvPr id="0" name=""/>
        <dsp:cNvSpPr/>
      </dsp:nvSpPr>
      <dsp:spPr>
        <a:xfrm>
          <a:off x="0" y="2067380"/>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The routers use BGP to share routes: IIG is AS 1000, ISP_A is AS 1001, ISP_C is AS 1002 and ISP_B is AS 1003.</a:t>
          </a:r>
          <a:endParaRPr lang="en-US" sz="1700" kern="1200"/>
        </a:p>
      </dsp:txBody>
      <dsp:txXfrm>
        <a:off x="19904" y="2087284"/>
        <a:ext cx="12011418" cy="367937"/>
      </dsp:txXfrm>
    </dsp:sp>
    <dsp:sp modelId="{2C223483-B3A5-42ED-8CEE-4F61FC9B3F1F}">
      <dsp:nvSpPr>
        <dsp:cNvPr id="0" name=""/>
        <dsp:cNvSpPr/>
      </dsp:nvSpPr>
      <dsp:spPr>
        <a:xfrm>
          <a:off x="0" y="2524084"/>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Each branch uses NAT (PAT), so all private PCs go out with one public IP: 200.0.0.1 (Dhaka), 201.0.0.2 (Cumilla) and 202.0.0.2 (CTG).</a:t>
          </a:r>
          <a:endParaRPr lang="en-US" sz="1700" kern="1200"/>
        </a:p>
      </dsp:txBody>
      <dsp:txXfrm>
        <a:off x="19904" y="2543988"/>
        <a:ext cx="12011418" cy="36793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87954C-6481-472F-A8CD-1011770AB2AC}">
      <dsp:nvSpPr>
        <dsp:cNvPr id="0" name=""/>
        <dsp:cNvSpPr/>
      </dsp:nvSpPr>
      <dsp:spPr>
        <a:xfrm>
          <a:off x="0" y="37151"/>
          <a:ext cx="5319386" cy="1479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Gi0/1: We turned it on and gave it the IP 200.0.0.1 with a /30 mask. This is the link to ISP_A, whose side will be 200.0.0.2.</a:t>
          </a:r>
          <a:endParaRPr lang="en-US" sz="2100" kern="1200"/>
        </a:p>
      </dsp:txBody>
      <dsp:txXfrm>
        <a:off x="72227" y="109378"/>
        <a:ext cx="5174932" cy="1335120"/>
      </dsp:txXfrm>
    </dsp:sp>
    <dsp:sp modelId="{52ABFD45-3E4D-4BAC-9C2D-D41C28C15EA5}">
      <dsp:nvSpPr>
        <dsp:cNvPr id="0" name=""/>
        <dsp:cNvSpPr/>
      </dsp:nvSpPr>
      <dsp:spPr>
        <a:xfrm>
          <a:off x="0" y="1585449"/>
          <a:ext cx="5319386" cy="1479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Default route: Any traffic DHAKA doesn’t know where to send goes to 200.0.0.2 (ISP_A). This is how your LANs will reach the internet or other sites.</a:t>
          </a:r>
          <a:endParaRPr lang="en-US" sz="2100" kern="1200"/>
        </a:p>
      </dsp:txBody>
      <dsp:txXfrm>
        <a:off x="72227" y="1657676"/>
        <a:ext cx="5174932" cy="133512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949C0-E853-415E-BED9-943463D6560D}">
      <dsp:nvSpPr>
        <dsp:cNvPr id="0" name=""/>
        <dsp:cNvSpPr/>
      </dsp:nvSpPr>
      <dsp:spPr>
        <a:xfrm>
          <a:off x="0" y="335"/>
          <a:ext cx="518160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ACL 10: It lists the networks allowed to use NAT: 192.168.10.0, 20.0, and 30.0 (IT, HR, Sales)</a:t>
          </a:r>
          <a:endParaRPr lang="en-US" sz="1400" kern="1200"/>
        </a:p>
      </dsp:txBody>
      <dsp:txXfrm>
        <a:off x="27187" y="27522"/>
        <a:ext cx="5127226" cy="502546"/>
      </dsp:txXfrm>
    </dsp:sp>
    <dsp:sp modelId="{A11D53D7-8090-493A-92A9-C1DC3EDAC13C}">
      <dsp:nvSpPr>
        <dsp:cNvPr id="0" name=""/>
        <dsp:cNvSpPr/>
      </dsp:nvSpPr>
      <dsp:spPr>
        <a:xfrm>
          <a:off x="0" y="620324"/>
          <a:ext cx="518160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NAT pool: natp1 has only one public IP, 200.0.0.1, which is DHAKA’s own Gi0/1 address.</a:t>
          </a:r>
          <a:endParaRPr lang="en-US" sz="1400" kern="1200" dirty="0"/>
        </a:p>
      </dsp:txBody>
      <dsp:txXfrm>
        <a:off x="27187" y="647511"/>
        <a:ext cx="5127226" cy="50254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AC5356-07FC-4E96-84E0-FBA0ABA81A3C}">
      <dsp:nvSpPr>
        <dsp:cNvPr id="0" name=""/>
        <dsp:cNvSpPr/>
      </dsp:nvSpPr>
      <dsp:spPr>
        <a:xfrm>
          <a:off x="0" y="24298"/>
          <a:ext cx="4685331" cy="879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Overload: overload is what makes it PAT. Many PCs share that one public IP, and the router tells them apart by port numbers.</a:t>
          </a:r>
          <a:endParaRPr lang="en-US" sz="1600" kern="1200" dirty="0"/>
        </a:p>
      </dsp:txBody>
      <dsp:txXfrm>
        <a:off x="42950" y="67248"/>
        <a:ext cx="4599431" cy="793940"/>
      </dsp:txXfrm>
    </dsp:sp>
    <dsp:sp modelId="{78192610-DC0F-420E-B53E-C5B1B2BA1C59}">
      <dsp:nvSpPr>
        <dsp:cNvPr id="0" name=""/>
        <dsp:cNvSpPr/>
      </dsp:nvSpPr>
      <dsp:spPr>
        <a:xfrm>
          <a:off x="0" y="950219"/>
          <a:ext cx="4685331" cy="879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Interfaces: Gi0/0 (toward SW1) is marked ip nat inside, and Gi0/1 (toward the ISP) is marked ip nat outside.</a:t>
          </a:r>
          <a:endParaRPr lang="en-US" sz="1600" kern="1200"/>
        </a:p>
      </dsp:txBody>
      <dsp:txXfrm>
        <a:off x="42950" y="993169"/>
        <a:ext cx="4599431" cy="79394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2A1E42-838B-48F8-910E-FB0FC6A4AB9A}">
      <dsp:nvSpPr>
        <dsp:cNvPr id="0" name=""/>
        <dsp:cNvSpPr/>
      </dsp:nvSpPr>
      <dsp:spPr>
        <a:xfrm>
          <a:off x="0" y="22859"/>
          <a:ext cx="4391914"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Gi0/1: IP 200.0.0.2 with a /30 mask. This is the link to DHAKA (200.0.0.1).</a:t>
          </a:r>
          <a:endParaRPr lang="en-US" sz="1600" kern="1200"/>
        </a:p>
      </dsp:txBody>
      <dsp:txXfrm>
        <a:off x="43693" y="66552"/>
        <a:ext cx="4304528" cy="807664"/>
      </dsp:txXfrm>
    </dsp:sp>
    <dsp:sp modelId="{1CF5A0E1-1CDA-4246-A590-A608FAE69A20}">
      <dsp:nvSpPr>
        <dsp:cNvPr id="0" name=""/>
        <dsp:cNvSpPr/>
      </dsp:nvSpPr>
      <dsp:spPr>
        <a:xfrm>
          <a:off x="0" y="963989"/>
          <a:ext cx="4391914"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Gi0/0: IP 11.10.10.1 with a /30 mask. This is the link toward IIG, whose side will be 11.10.10.2.</a:t>
          </a:r>
          <a:endParaRPr lang="en-US" sz="1600" kern="1200"/>
        </a:p>
      </dsp:txBody>
      <dsp:txXfrm>
        <a:off x="43693" y="1007682"/>
        <a:ext cx="4304528" cy="807664"/>
      </dsp:txXfrm>
    </dsp:sp>
    <dsp:sp modelId="{E6E0FBAF-968F-4B5C-8323-7D030632286D}">
      <dsp:nvSpPr>
        <dsp:cNvPr id="0" name=""/>
        <dsp:cNvSpPr/>
      </dsp:nvSpPr>
      <dsp:spPr>
        <a:xfrm>
          <a:off x="0" y="1905119"/>
          <a:ext cx="4391914"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Default route: Anything ISP_A doesn’t know goes to 11.10.10.2 (IIG), so DHAKA’s traffic can continue toward the wider internet.</a:t>
          </a:r>
          <a:endParaRPr lang="en-US" sz="1600" kern="1200"/>
        </a:p>
      </dsp:txBody>
      <dsp:txXfrm>
        <a:off x="43693" y="1948812"/>
        <a:ext cx="4304528" cy="80766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9F58D1-B869-4DE7-BA9F-FC6540527EF8}">
      <dsp:nvSpPr>
        <dsp:cNvPr id="0" name=""/>
        <dsp:cNvSpPr/>
      </dsp:nvSpPr>
      <dsp:spPr>
        <a:xfrm>
          <a:off x="0" y="106472"/>
          <a:ext cx="4725511" cy="1718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Gi0/1: We turned it on and gave it the IP 201.0.0.2 with a /30 mask. This is the link to ISP_C, whose side will be 201.0.0.1.</a:t>
          </a:r>
          <a:endParaRPr lang="en-US" sz="2000" kern="1200" dirty="0"/>
        </a:p>
      </dsp:txBody>
      <dsp:txXfrm>
        <a:off x="83887" y="190359"/>
        <a:ext cx="4557737" cy="1550663"/>
      </dsp:txXfrm>
    </dsp:sp>
    <dsp:sp modelId="{D3FBE65C-2B73-46EA-843F-3CCF332872A8}">
      <dsp:nvSpPr>
        <dsp:cNvPr id="0" name=""/>
        <dsp:cNvSpPr/>
      </dsp:nvSpPr>
      <dsp:spPr>
        <a:xfrm>
          <a:off x="0" y="1882510"/>
          <a:ext cx="4725511" cy="1718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Default route: Anything CUMILLA doesn’t know goes to 201.0.0.1 (ISP_C). This is how Sw3’s VLANs (192.168.50.0, 60.0, 70.0) will reach other sites and the internet.</a:t>
          </a:r>
          <a:endParaRPr lang="en-US" sz="2000" kern="1200"/>
        </a:p>
      </dsp:txBody>
      <dsp:txXfrm>
        <a:off x="83887" y="1966397"/>
        <a:ext cx="4557737" cy="155066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DC390-D236-4682-A7B6-BE7E08C3A730}">
      <dsp:nvSpPr>
        <dsp:cNvPr id="0" name=""/>
        <dsp:cNvSpPr/>
      </dsp:nvSpPr>
      <dsp:spPr>
        <a:xfrm>
          <a:off x="0" y="11069"/>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ACL 20: It allows the networks 192.168.50.0, 60.0, and 70.0 (Accounts, Marketing, IT) to use NAT.</a:t>
          </a:r>
          <a:endParaRPr lang="en-US" sz="1100" kern="1200"/>
        </a:p>
      </dsp:txBody>
      <dsp:txXfrm>
        <a:off x="21331" y="32400"/>
        <a:ext cx="6345438" cy="394314"/>
      </dsp:txXfrm>
    </dsp:sp>
    <dsp:sp modelId="{C21E0014-F22F-46C7-A389-DE4E3F0B9D69}">
      <dsp:nvSpPr>
        <dsp:cNvPr id="0" name=""/>
        <dsp:cNvSpPr/>
      </dsp:nvSpPr>
      <dsp:spPr>
        <a:xfrm>
          <a:off x="0" y="479726"/>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NAT pool: pool1 has one public IP, 201.0.0.2, which is CUMILLA’s own Gi0/1 address.</a:t>
          </a:r>
          <a:endParaRPr lang="en-US" sz="1100" kern="1200"/>
        </a:p>
      </dsp:txBody>
      <dsp:txXfrm>
        <a:off x="21331" y="501057"/>
        <a:ext cx="6345438" cy="394314"/>
      </dsp:txXfrm>
    </dsp:sp>
    <dsp:sp modelId="{8BD62BD5-F984-4E8A-BD19-EA91CD551A38}">
      <dsp:nvSpPr>
        <dsp:cNvPr id="0" name=""/>
        <dsp:cNvSpPr/>
      </dsp:nvSpPr>
      <dsp:spPr>
        <a:xfrm>
          <a:off x="0" y="948383"/>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Overload: Many PCs share that one IP, and the router tells them apart by port numbers.</a:t>
          </a:r>
          <a:endParaRPr lang="en-US" sz="1100" kern="1200"/>
        </a:p>
      </dsp:txBody>
      <dsp:txXfrm>
        <a:off x="21331" y="969714"/>
        <a:ext cx="6345438" cy="394314"/>
      </dsp:txXfrm>
    </dsp:sp>
    <dsp:sp modelId="{6EA81B42-F1BD-428F-A211-6AD318D246EE}">
      <dsp:nvSpPr>
        <dsp:cNvPr id="0" name=""/>
        <dsp:cNvSpPr/>
      </dsp:nvSpPr>
      <dsp:spPr>
        <a:xfrm>
          <a:off x="0" y="1417039"/>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Interfaces: The three subinterfaces (Gi0/0.10, .20, .30) are ip nat inside, and Gi0/1 (toward ISP_C) is ip nat outside.</a:t>
          </a:r>
          <a:endParaRPr lang="en-US" sz="1100" kern="1200"/>
        </a:p>
      </dsp:txBody>
      <dsp:txXfrm>
        <a:off x="21331" y="1438370"/>
        <a:ext cx="6345438" cy="394314"/>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7D9BA7-38C0-424B-B32D-07307337ED50}">
      <dsp:nvSpPr>
        <dsp:cNvPr id="0" name=""/>
        <dsp:cNvSpPr/>
      </dsp:nvSpPr>
      <dsp:spPr>
        <a:xfrm>
          <a:off x="0" y="181535"/>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dirty="0" smtClean="0"/>
            <a:t>Basic setup: We named the router ISP_C and turned off DNS lookup and console timeout.</a:t>
          </a:r>
          <a:endParaRPr lang="en-US" sz="1700" kern="1200" dirty="0"/>
        </a:p>
      </dsp:txBody>
      <dsp:txXfrm>
        <a:off x="45635" y="227170"/>
        <a:ext cx="3072844" cy="843560"/>
      </dsp:txXfrm>
    </dsp:sp>
    <dsp:sp modelId="{1BF7F73D-8BBB-4FC5-8FE5-EF960886DF83}">
      <dsp:nvSpPr>
        <dsp:cNvPr id="0" name=""/>
        <dsp:cNvSpPr/>
      </dsp:nvSpPr>
      <dsp:spPr>
        <a:xfrm>
          <a:off x="0" y="1200268"/>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Gi0/1: IP 201.0.0.1 with a /30 mask. This is the link to CUMILLA (201.0.0.2).</a:t>
          </a:r>
          <a:endParaRPr lang="en-US" sz="1700" kern="1200"/>
        </a:p>
      </dsp:txBody>
      <dsp:txXfrm>
        <a:off x="45635" y="1245903"/>
        <a:ext cx="3072844" cy="843560"/>
      </dsp:txXfrm>
    </dsp:sp>
    <dsp:sp modelId="{24B256E1-8DE2-4A2C-8843-1C47DFE198FC}">
      <dsp:nvSpPr>
        <dsp:cNvPr id="0" name=""/>
        <dsp:cNvSpPr/>
      </dsp:nvSpPr>
      <dsp:spPr>
        <a:xfrm>
          <a:off x="0" y="2184058"/>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 IP 12.0.0.2 with a /30 mask. This is the link toward IIG, whose side will be 12.0.0.1.</a:t>
          </a:r>
          <a:endParaRPr lang="en-US" sz="1700" kern="1200"/>
        </a:p>
      </dsp:txBody>
      <dsp:txXfrm>
        <a:off x="45635" y="2229693"/>
        <a:ext cx="3072844" cy="843560"/>
      </dsp:txXfrm>
    </dsp:sp>
    <dsp:sp modelId="{AEFD58AE-64CE-43D4-A53B-287D54DEEAAE}">
      <dsp:nvSpPr>
        <dsp:cNvPr id="0" name=""/>
        <dsp:cNvSpPr/>
      </dsp:nvSpPr>
      <dsp:spPr>
        <a:xfrm>
          <a:off x="0" y="3167848"/>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Default route: Anything ISP_C doesn’t know goes to 12.0.0.1 (IIG).</a:t>
          </a:r>
          <a:endParaRPr lang="en-US" sz="1700" kern="1200"/>
        </a:p>
      </dsp:txBody>
      <dsp:txXfrm>
        <a:off x="45635" y="3213483"/>
        <a:ext cx="3072844" cy="84356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8D986-B891-4712-A38B-331771C4396F}">
      <dsp:nvSpPr>
        <dsp:cNvPr id="0" name=""/>
        <dsp:cNvSpPr/>
      </dsp:nvSpPr>
      <dsp:spPr>
        <a:xfrm>
          <a:off x="0" y="54484"/>
          <a:ext cx="4368800" cy="1826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Gi0/1: We turned it on and gave it the IP 202.0.0.2 with a /30 mask. This is the link to ISP_B, whose side will be 202.0.0.1.</a:t>
          </a:r>
          <a:endParaRPr lang="en-US" sz="2100" kern="1200" dirty="0"/>
        </a:p>
      </dsp:txBody>
      <dsp:txXfrm>
        <a:off x="89168" y="143652"/>
        <a:ext cx="4190464" cy="1648289"/>
      </dsp:txXfrm>
    </dsp:sp>
    <dsp:sp modelId="{40D09262-207C-4914-9500-AC23934F5A23}">
      <dsp:nvSpPr>
        <dsp:cNvPr id="0" name=""/>
        <dsp:cNvSpPr/>
      </dsp:nvSpPr>
      <dsp:spPr>
        <a:xfrm>
          <a:off x="0" y="1941590"/>
          <a:ext cx="4368800" cy="1826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Default route: Anything CTG doesn’t know goes to 202.0.0.1 (ISP_B). This is how SW4 and SW5’s VLANs (192.168.80.0 and 90.0) will reach other sites and the internet.</a:t>
          </a:r>
          <a:endParaRPr lang="en-US" sz="2100" kern="1200"/>
        </a:p>
      </dsp:txBody>
      <dsp:txXfrm>
        <a:off x="89168" y="2030758"/>
        <a:ext cx="4190464" cy="164828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64B03-A14D-49C3-8DA7-CBEE463ED9AC}">
      <dsp:nvSpPr>
        <dsp:cNvPr id="0" name=""/>
        <dsp:cNvSpPr/>
      </dsp:nvSpPr>
      <dsp:spPr>
        <a:xfrm>
          <a:off x="0" y="244214"/>
          <a:ext cx="6724650"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ACL 30: It allows the networks 192.168.80.0 and 192.168.90.0 (IT and Sales) to use NAT.</a:t>
          </a:r>
          <a:endParaRPr lang="en-US" sz="1400" kern="1200"/>
        </a:p>
      </dsp:txBody>
      <dsp:txXfrm>
        <a:off x="16392" y="260606"/>
        <a:ext cx="6691866" cy="303006"/>
      </dsp:txXfrm>
    </dsp:sp>
    <dsp:sp modelId="{8F673387-F490-46D7-91FC-AC0AD2BC5DCB}">
      <dsp:nvSpPr>
        <dsp:cNvPr id="0" name=""/>
        <dsp:cNvSpPr/>
      </dsp:nvSpPr>
      <dsp:spPr>
        <a:xfrm>
          <a:off x="0" y="620324"/>
          <a:ext cx="6724650"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NAT pool: p1 has one public IP, 202.0.0.2, which is CTG’s own Gi0/1 address</a:t>
          </a:r>
          <a:endParaRPr lang="en-US" sz="1400" kern="1200"/>
        </a:p>
      </dsp:txBody>
      <dsp:txXfrm>
        <a:off x="16392" y="636716"/>
        <a:ext cx="6691866" cy="303006"/>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CFD51-9036-4403-A36D-426C7F1EA2D2}">
      <dsp:nvSpPr>
        <dsp:cNvPr id="0" name=""/>
        <dsp:cNvSpPr/>
      </dsp:nvSpPr>
      <dsp:spPr>
        <a:xfrm>
          <a:off x="0" y="20631"/>
          <a:ext cx="4597400" cy="12097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Overload: Many PCs share that one IP, and the router tells them apart by port numbers.</a:t>
          </a:r>
          <a:endParaRPr lang="en-US" sz="2200" kern="1200" dirty="0"/>
        </a:p>
      </dsp:txBody>
      <dsp:txXfrm>
        <a:off x="59057" y="79688"/>
        <a:ext cx="4479286" cy="1091666"/>
      </dsp:txXfrm>
    </dsp:sp>
    <dsp:sp modelId="{DB6CEE94-2E9F-449D-83BB-CC57800E5845}">
      <dsp:nvSpPr>
        <dsp:cNvPr id="0" name=""/>
        <dsp:cNvSpPr/>
      </dsp:nvSpPr>
      <dsp:spPr>
        <a:xfrm>
          <a:off x="0" y="1293771"/>
          <a:ext cx="4597400" cy="12097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Interfaces: Gi0/0.10 and Gi0/0.20 are ip nat inside, and Gi0/1 (toward ISP_B) is ip nat outside.</a:t>
          </a:r>
          <a:endParaRPr lang="en-US" sz="2200" kern="1200" dirty="0"/>
        </a:p>
      </dsp:txBody>
      <dsp:txXfrm>
        <a:off x="59057" y="1352828"/>
        <a:ext cx="4479286" cy="109166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CBF911-5EAC-48A7-A942-1B36A80FCE20}">
      <dsp:nvSpPr>
        <dsp:cNvPr id="0" name=""/>
        <dsp:cNvSpPr/>
      </dsp:nvSpPr>
      <dsp:spPr>
        <a:xfrm>
          <a:off x="0" y="129180"/>
          <a:ext cx="6709773"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Gi0/1: IP 202.0.0.1 with a /30 mask. This is the link to CTG (202.0.0.2).</a:t>
          </a:r>
          <a:endParaRPr lang="en-US" sz="1400" kern="1200"/>
        </a:p>
      </dsp:txBody>
      <dsp:txXfrm>
        <a:off x="16392" y="145572"/>
        <a:ext cx="6676989" cy="303006"/>
      </dsp:txXfrm>
    </dsp:sp>
    <dsp:sp modelId="{61E5D44B-37BF-4513-907E-F2254344A7E7}">
      <dsp:nvSpPr>
        <dsp:cNvPr id="0" name=""/>
        <dsp:cNvSpPr/>
      </dsp:nvSpPr>
      <dsp:spPr>
        <a:xfrm>
          <a:off x="0" y="505291"/>
          <a:ext cx="6709773"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Gi0/0: IP 13.0.0.2 with a /30 mask. This is the link toward IIG, whose side will be 13.0.0.1.</a:t>
          </a:r>
          <a:endParaRPr lang="en-US" sz="1400" kern="1200" dirty="0"/>
        </a:p>
      </dsp:txBody>
      <dsp:txXfrm>
        <a:off x="16392" y="521683"/>
        <a:ext cx="6676989" cy="303006"/>
      </dsp:txXfrm>
    </dsp:sp>
    <dsp:sp modelId="{CC9A85F5-E2B2-4626-8D01-27D179DACD2E}">
      <dsp:nvSpPr>
        <dsp:cNvPr id="0" name=""/>
        <dsp:cNvSpPr/>
      </dsp:nvSpPr>
      <dsp:spPr>
        <a:xfrm>
          <a:off x="0" y="881401"/>
          <a:ext cx="6709773"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Default route: Anything ISP_B doesn’t know goes to 13.0.0.1 (IIG).</a:t>
          </a:r>
          <a:endParaRPr lang="en-US" sz="1400" kern="1200"/>
        </a:p>
      </dsp:txBody>
      <dsp:txXfrm>
        <a:off x="16392" y="897793"/>
        <a:ext cx="6676989" cy="303006"/>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5EDEEF-C684-4166-AD56-1A2D840FBD8C}">
      <dsp:nvSpPr>
        <dsp:cNvPr id="0" name=""/>
        <dsp:cNvSpPr/>
      </dsp:nvSpPr>
      <dsp:spPr>
        <a:xfrm>
          <a:off x="0" y="49191"/>
          <a:ext cx="678740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 IP 11.10.10.2 with a /30 mask. This is the link to ISP_A (11.10.10.1).</a:t>
          </a:r>
          <a:endParaRPr lang="en-US" sz="1700" kern="1200"/>
        </a:p>
      </dsp:txBody>
      <dsp:txXfrm>
        <a:off x="19904" y="69095"/>
        <a:ext cx="6747598" cy="367937"/>
      </dsp:txXfrm>
    </dsp:sp>
    <dsp:sp modelId="{12750606-8C44-48E3-A2C9-9C067B33E2DC}">
      <dsp:nvSpPr>
        <dsp:cNvPr id="0" name=""/>
        <dsp:cNvSpPr/>
      </dsp:nvSpPr>
      <dsp:spPr>
        <a:xfrm>
          <a:off x="0" y="505897"/>
          <a:ext cx="678740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Gi0/1: IP 13.0.0.1 with a /30 mask. This is the link to ISP_B (13.0.0.2).</a:t>
          </a:r>
          <a:endParaRPr lang="en-US" sz="1700" kern="1200"/>
        </a:p>
      </dsp:txBody>
      <dsp:txXfrm>
        <a:off x="19904" y="525801"/>
        <a:ext cx="6747598" cy="367937"/>
      </dsp:txXfrm>
    </dsp:sp>
    <dsp:sp modelId="{C4DE0E37-781D-4F66-AB09-7AC383A77C3A}">
      <dsp:nvSpPr>
        <dsp:cNvPr id="0" name=""/>
        <dsp:cNvSpPr/>
      </dsp:nvSpPr>
      <dsp:spPr>
        <a:xfrm>
          <a:off x="0" y="962602"/>
          <a:ext cx="678740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Gi0/2: IP 12.0.0.1 with a /30 mask. This is the link to ISP_C (12.0.0.2).</a:t>
          </a:r>
          <a:endParaRPr lang="en-US" sz="1700" kern="1200"/>
        </a:p>
      </dsp:txBody>
      <dsp:txXfrm>
        <a:off x="19904" y="982506"/>
        <a:ext cx="6747598" cy="36793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24FE00-092F-4373-A4C2-9536060F4D08}">
      <dsp:nvSpPr>
        <dsp:cNvPr id="0" name=""/>
        <dsp:cNvSpPr/>
      </dsp:nvSpPr>
      <dsp:spPr>
        <a:xfrm>
          <a:off x="0" y="19040"/>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IIG is AS 1000. It is the center and peers with all three ISPs.</a:t>
          </a:r>
          <a:endParaRPr lang="en-US" sz="1600" kern="1200"/>
        </a:p>
      </dsp:txBody>
      <dsp:txXfrm>
        <a:off x="43633" y="62673"/>
        <a:ext cx="5390374" cy="806550"/>
      </dsp:txXfrm>
    </dsp:sp>
    <dsp:sp modelId="{384A3659-1299-4250-85F9-9C2F6FBB7CEC}">
      <dsp:nvSpPr>
        <dsp:cNvPr id="0" name=""/>
        <dsp:cNvSpPr/>
      </dsp:nvSpPr>
      <dsp:spPr>
        <a:xfrm>
          <a:off x="0" y="958936"/>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ISP_A is AS 1001, ISP_C is AS 1002, ISP_B is AS 1003. Each ISP peers with IIG (eBGP, because the AS numbers are different).</a:t>
          </a:r>
          <a:endParaRPr lang="en-US" sz="1600" kern="1200"/>
        </a:p>
      </dsp:txBody>
      <dsp:txXfrm>
        <a:off x="43633" y="1002569"/>
        <a:ext cx="5390374" cy="806550"/>
      </dsp:txXfrm>
    </dsp:sp>
    <dsp:sp modelId="{BB9CC508-CDCF-4075-9808-5948C326A451}">
      <dsp:nvSpPr>
        <dsp:cNvPr id="0" name=""/>
        <dsp:cNvSpPr/>
      </dsp:nvSpPr>
      <dsp:spPr>
        <a:xfrm>
          <a:off x="0" y="1898832"/>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neighbor ... remote-as: Tells the router who its BGP partner is and which AS it belongs to. Both sides must point to each other.</a:t>
          </a:r>
          <a:endParaRPr lang="en-US" sz="1600" kern="1200"/>
        </a:p>
      </dsp:txBody>
      <dsp:txXfrm>
        <a:off x="43633" y="1942465"/>
        <a:ext cx="5390374" cy="806550"/>
      </dsp:txXfrm>
    </dsp:sp>
    <dsp:sp modelId="{C87AD8DC-F46A-487C-9258-D5A135FC9B22}">
      <dsp:nvSpPr>
        <dsp:cNvPr id="0" name=""/>
        <dsp:cNvSpPr/>
      </dsp:nvSpPr>
      <dsp:spPr>
        <a:xfrm>
          <a:off x="0" y="2838728"/>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network: Advertises a network to the partner. Each ISP advertises its customer link (200.0.0.0, 201.0.0.0, 202.0.0.0) and its link to IIG.</a:t>
          </a:r>
          <a:endParaRPr lang="en-US" sz="1600" kern="1200" dirty="0"/>
        </a:p>
      </dsp:txBody>
      <dsp:txXfrm>
        <a:off x="43633" y="2882361"/>
        <a:ext cx="5390374" cy="806550"/>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60032-0440-4E74-B4B6-F8CD69196524}">
      <dsp:nvSpPr>
        <dsp:cNvPr id="0" name=""/>
        <dsp:cNvSpPr/>
      </dsp:nvSpPr>
      <dsp:spPr>
        <a:xfrm>
          <a:off x="0" y="331302"/>
          <a:ext cx="4584700"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Tunnel 1: IP 10.0.0.1/30. It goes from DHAKA’s Gi0/1 (200.0.0.1) to CUMILLA’s public IP, 201.0.0.2.</a:t>
          </a:r>
          <a:endParaRPr lang="en-US" sz="1600" kern="1200"/>
        </a:p>
      </dsp:txBody>
      <dsp:txXfrm>
        <a:off x="43693" y="374995"/>
        <a:ext cx="4497314" cy="807664"/>
      </dsp:txXfrm>
    </dsp:sp>
    <dsp:sp modelId="{4258D89C-0ABB-4C8B-AAC9-54FCE04CE964}">
      <dsp:nvSpPr>
        <dsp:cNvPr id="0" name=""/>
        <dsp:cNvSpPr/>
      </dsp:nvSpPr>
      <dsp:spPr>
        <a:xfrm>
          <a:off x="0" y="1272432"/>
          <a:ext cx="4584700"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Tunnel 2: IP 10.0.0.5/30. It goes from DHAKA’s Gi0/1 to CTG’s public IP, 202.0.0.2.</a:t>
          </a:r>
          <a:endParaRPr lang="en-US" sz="1600" kern="1200"/>
        </a:p>
      </dsp:txBody>
      <dsp:txXfrm>
        <a:off x="43693" y="1316125"/>
        <a:ext cx="4497314" cy="807664"/>
      </dsp:txXfrm>
    </dsp:sp>
    <dsp:sp modelId="{2F7B638B-DA00-41B7-B8BE-87BB6FB4716E}">
      <dsp:nvSpPr>
        <dsp:cNvPr id="0" name=""/>
        <dsp:cNvSpPr/>
      </dsp:nvSpPr>
      <dsp:spPr>
        <a:xfrm>
          <a:off x="0" y="2213562"/>
          <a:ext cx="4584700"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GRE: It wraps the private traffic inside normal packets, so the 192.168.x.x LANs can talk across the ISPs as if there were a direct cable between the sites.</a:t>
          </a:r>
          <a:endParaRPr lang="en-US" sz="1600" kern="1200"/>
        </a:p>
      </dsp:txBody>
      <dsp:txXfrm>
        <a:off x="43693" y="2257255"/>
        <a:ext cx="4497314" cy="807664"/>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3788C-3FE9-484A-88F2-D14DD73BDAAF}">
      <dsp:nvSpPr>
        <dsp:cNvPr id="0" name=""/>
        <dsp:cNvSpPr/>
      </dsp:nvSpPr>
      <dsp:spPr>
        <a:xfrm>
          <a:off x="0" y="57205"/>
          <a:ext cx="2451100" cy="280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t>We built the other end of the GRE tunnel on CUMILLA (10.0.0.2, to DHAKA’s 200.0.0.1)</a:t>
          </a:r>
          <a:endParaRPr lang="en-US" sz="2400" kern="1200" dirty="0"/>
        </a:p>
      </dsp:txBody>
      <dsp:txXfrm>
        <a:off x="119653" y="176858"/>
        <a:ext cx="2211794" cy="2568694"/>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7FCD2F-152C-42A1-8EBE-824BC796C9F4}">
      <dsp:nvSpPr>
        <dsp:cNvPr id="0" name=""/>
        <dsp:cNvSpPr/>
      </dsp:nvSpPr>
      <dsp:spPr>
        <a:xfrm>
          <a:off x="0" y="4925"/>
          <a:ext cx="6417739"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We built CTG’s end of the GRE tunnel (10.0.0.6, to DHAKA’s 200.0.0.1), which matches DHAKA’s Tunnel 2.</a:t>
          </a:r>
          <a:endParaRPr lang="en-US" sz="1600" kern="1200"/>
        </a:p>
      </dsp:txBody>
      <dsp:txXfrm>
        <a:off x="31070" y="35995"/>
        <a:ext cx="6355599" cy="57434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A8936-1734-445F-B1A5-E0437645F0E4}">
      <dsp:nvSpPr>
        <dsp:cNvPr id="0" name=""/>
        <dsp:cNvSpPr/>
      </dsp:nvSpPr>
      <dsp:spPr>
        <a:xfrm>
          <a:off x="0" y="30406"/>
          <a:ext cx="5618642" cy="11322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US" sz="1300" kern="1200" dirty="0" smtClean="0"/>
            <a:t>DHAKA (router-id 1.1.1.1): The tunnels (10.0.0.0/30 and 10.0.0.4/30) are in area 0, and the SW1 link (10.10.10.0/30) is in area 10. redistribute static subnets passes DHAKA’s static routes for 192.168.10/20/30 to the other sites.</a:t>
          </a:r>
          <a:endParaRPr lang="en-US" sz="1300" kern="1200" dirty="0"/>
        </a:p>
      </dsp:txBody>
      <dsp:txXfrm>
        <a:off x="55271" y="85677"/>
        <a:ext cx="5508100" cy="1021690"/>
      </dsp:txXfrm>
    </dsp:sp>
    <dsp:sp modelId="{DD528E25-C598-44E9-B66A-91E9F5F9B3FC}">
      <dsp:nvSpPr>
        <dsp:cNvPr id="0" name=""/>
        <dsp:cNvSpPr/>
      </dsp:nvSpPr>
      <dsp:spPr>
        <a:xfrm>
          <a:off x="0" y="1200079"/>
          <a:ext cx="5618642" cy="7148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US" sz="1300" kern="1200" dirty="0" smtClean="0"/>
            <a:t>CUMILLA (2.2.2.2): Its LANs (192.168.50/60/70) are in area 20, and its tunnel is in area 0.</a:t>
          </a:r>
          <a:endParaRPr lang="en-US" sz="1300" kern="1200" dirty="0"/>
        </a:p>
      </dsp:txBody>
      <dsp:txXfrm>
        <a:off x="34897" y="1234976"/>
        <a:ext cx="5548848" cy="645076"/>
      </dsp:txXfrm>
    </dsp:sp>
    <dsp:sp modelId="{6EE457F8-FCEE-4763-8376-C357466221A3}">
      <dsp:nvSpPr>
        <dsp:cNvPr id="0" name=""/>
        <dsp:cNvSpPr/>
      </dsp:nvSpPr>
      <dsp:spPr>
        <a:xfrm>
          <a:off x="0" y="1952389"/>
          <a:ext cx="5618642" cy="9735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US" sz="1300" kern="1200" dirty="0" smtClean="0"/>
            <a:t>CTG (3.3.3.3): Its LANs (192.168.80/90) are in area 30, and its tunnel is in area 0.</a:t>
          </a:r>
          <a:endParaRPr lang="en-US" sz="1300" kern="1200" dirty="0"/>
        </a:p>
      </dsp:txBody>
      <dsp:txXfrm>
        <a:off x="47526" y="1999915"/>
        <a:ext cx="5523590" cy="878515"/>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C4BDC-9107-49B2-9851-540762797A8F}">
      <dsp:nvSpPr>
        <dsp:cNvPr id="0" name=""/>
        <dsp:cNvSpPr/>
      </dsp:nvSpPr>
      <dsp:spPr>
        <a:xfrm>
          <a:off x="0" y="792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Line 1: Allows returning TCP traffic (established) to VLAN 10, such as web replies.</a:t>
          </a:r>
          <a:endParaRPr lang="en-US" sz="1600" kern="1200" dirty="0"/>
        </a:p>
      </dsp:txBody>
      <dsp:txXfrm>
        <a:off x="31070" y="38995"/>
        <a:ext cx="4433660" cy="574340"/>
      </dsp:txXfrm>
    </dsp:sp>
    <dsp:sp modelId="{F7317ADA-2C42-45D9-A58C-D0C24C924F0C}">
      <dsp:nvSpPr>
        <dsp:cNvPr id="0" name=""/>
        <dsp:cNvSpPr/>
      </dsp:nvSpPr>
      <dsp:spPr>
        <a:xfrm>
          <a:off x="0" y="69048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Line 2: Allows ping replies (echo-reply) to VLAN 10.</a:t>
          </a:r>
          <a:endParaRPr lang="en-US" sz="1600" kern="1200" dirty="0"/>
        </a:p>
      </dsp:txBody>
      <dsp:txXfrm>
        <a:off x="31070" y="721555"/>
        <a:ext cx="4433660" cy="574340"/>
      </dsp:txXfrm>
    </dsp:sp>
    <dsp:sp modelId="{02C257D1-B128-4AA3-A989-B6E84C49990B}">
      <dsp:nvSpPr>
        <dsp:cNvPr id="0" name=""/>
        <dsp:cNvSpPr/>
      </dsp:nvSpPr>
      <dsp:spPr>
        <a:xfrm>
          <a:off x="0" y="137304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Line 3: Blocks everything else going to 192.168.10.0/24.</a:t>
          </a:r>
          <a:endParaRPr lang="en-US" sz="1600" kern="1200"/>
        </a:p>
      </dsp:txBody>
      <dsp:txXfrm>
        <a:off x="31070" y="1404115"/>
        <a:ext cx="4433660" cy="574340"/>
      </dsp:txXfrm>
    </dsp:sp>
    <dsp:sp modelId="{1A64BB26-7DB5-471E-BE2F-D8DA94E09032}">
      <dsp:nvSpPr>
        <dsp:cNvPr id="0" name=""/>
        <dsp:cNvSpPr/>
      </dsp:nvSpPr>
      <dsp:spPr>
        <a:xfrm>
          <a:off x="0" y="205560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Line 4: Allows all other traffic, so nothing else is affected.</a:t>
          </a:r>
          <a:endParaRPr lang="en-US" sz="1600" kern="1200"/>
        </a:p>
      </dsp:txBody>
      <dsp:txXfrm>
        <a:off x="31070" y="2086675"/>
        <a:ext cx="4433660" cy="57434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4B349-640B-44CE-BAE1-FDC227C11C0D}">
      <dsp:nvSpPr>
        <dsp:cNvPr id="0" name=""/>
        <dsp:cNvSpPr/>
      </dsp:nvSpPr>
      <dsp:spPr>
        <a:xfrm>
          <a:off x="0" y="4925"/>
          <a:ext cx="60960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Applied: ip access-group 101 out on interface vlan 10 checks traffic leaving SW1 toward VLAN 10.</a:t>
          </a:r>
          <a:endParaRPr lang="en-US" sz="1600" kern="1200" dirty="0"/>
        </a:p>
      </dsp:txBody>
      <dsp:txXfrm>
        <a:off x="31070" y="35995"/>
        <a:ext cx="6033860" cy="57434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6B03D-8F62-47DF-A748-26BBC364D1E7}">
      <dsp:nvSpPr>
        <dsp:cNvPr id="0" name=""/>
        <dsp:cNvSpPr/>
      </dsp:nvSpPr>
      <dsp:spPr>
        <a:xfrm>
          <a:off x="0" y="9851"/>
          <a:ext cx="60960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Result: VLAN 10 PCs can reach other VLANs and the internet, but others cannot ping or connect to VLAN 10 first.</a:t>
          </a:r>
          <a:endParaRPr lang="en-US" sz="1600" kern="1200" dirty="0"/>
        </a:p>
      </dsp:txBody>
      <dsp:txXfrm>
        <a:off x="31070" y="40921"/>
        <a:ext cx="6033860" cy="5743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29-Oct-26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1719767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29-Oct-26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1526732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B59A-F2B7-4D05-9E2B-06284E8EEE3B}" type="datetimeFigureOut">
              <a:rPr lang="en-US" smtClean="0"/>
              <a:t>29-Oct-26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775995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5D8B59A-F2B7-4D05-9E2B-06284E8EEE3B}" type="datetimeFigureOut">
              <a:rPr lang="en-US" smtClean="0"/>
              <a:t>29-Oct-26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3332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5D8B59A-F2B7-4D05-9E2B-06284E8EEE3B}" type="datetimeFigureOut">
              <a:rPr lang="en-US" smtClean="0"/>
              <a:t>29-Oct-26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1053089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5D8B59A-F2B7-4D05-9E2B-06284E8EEE3B}" type="datetimeFigureOut">
              <a:rPr lang="en-US" smtClean="0"/>
              <a:t>29-Oct-26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49935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8B59A-F2B7-4D05-9E2B-06284E8EEE3B}" type="datetimeFigureOut">
              <a:rPr lang="en-US" smtClean="0"/>
              <a:t>29-Oct-26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737968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D8B59A-F2B7-4D05-9E2B-06284E8EEE3B}" type="datetimeFigureOut">
              <a:rPr lang="en-US" smtClean="0"/>
              <a:t>29-Oct-26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761795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D8B59A-F2B7-4D05-9E2B-06284E8EEE3B}" type="datetimeFigureOut">
              <a:rPr lang="en-US" smtClean="0"/>
              <a:t>29-Oct-26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2491069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29-Oct-26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772232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29-Oct-26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395703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8B59A-F2B7-4D05-9E2B-06284E8EEE3B}" type="datetimeFigureOut">
              <a:rPr lang="en-US" smtClean="0"/>
              <a:t>29-Oct-26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55280-4753-4D66-9FC9-7E42432F38AC}" type="slidenum">
              <a:rPr lang="en-US" smtClean="0"/>
              <a:t>‹#›</a:t>
            </a:fld>
            <a:endParaRPr lang="en-US"/>
          </a:p>
        </p:txBody>
      </p:sp>
    </p:spTree>
    <p:extLst>
      <p:ext uri="{BB962C8B-B14F-4D97-AF65-F5344CB8AC3E}">
        <p14:creationId xmlns:p14="http://schemas.microsoft.com/office/powerpoint/2010/main" val="3292719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3" Type="http://schemas.openxmlformats.org/officeDocument/2006/relationships/image" Target="../media/image7.png"/><Relationship Id="rId7" Type="http://schemas.openxmlformats.org/officeDocument/2006/relationships/diagramColors" Target="../diagrams/colors5.xml"/><Relationship Id="rId12" Type="http://schemas.openxmlformats.org/officeDocument/2006/relationships/diagramColors" Target="../diagrams/colors6.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19.png"/><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9.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26.png"/><Relationship Id="rId7" Type="http://schemas.openxmlformats.org/officeDocument/2006/relationships/diagramColors" Target="../diagrams/colors22.xm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27.xml"/><Relationship Id="rId3" Type="http://schemas.openxmlformats.org/officeDocument/2006/relationships/diagramData" Target="../diagrams/data26.xml"/><Relationship Id="rId7" Type="http://schemas.microsoft.com/office/2007/relationships/diagramDrawing" Target="../diagrams/drawing26.xml"/><Relationship Id="rId12" Type="http://schemas.microsoft.com/office/2007/relationships/diagramDrawing" Target="../diagrams/drawing27.xm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diagramColors" Target="../diagrams/colors26.xml"/><Relationship Id="rId11" Type="http://schemas.openxmlformats.org/officeDocument/2006/relationships/diagramColors" Target="../diagrams/colors27.xml"/><Relationship Id="rId5" Type="http://schemas.openxmlformats.org/officeDocument/2006/relationships/diagramQuickStyle" Target="../diagrams/quickStyle26.xml"/><Relationship Id="rId10" Type="http://schemas.openxmlformats.org/officeDocument/2006/relationships/diagramQuickStyle" Target="../diagrams/quickStyle27.xml"/><Relationship Id="rId4" Type="http://schemas.openxmlformats.org/officeDocument/2006/relationships/diagramLayout" Target="../diagrams/layout26.xml"/><Relationship Id="rId9" Type="http://schemas.openxmlformats.org/officeDocument/2006/relationships/diagramLayout" Target="../diagrams/layout2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34.xml"/><Relationship Id="rId3" Type="http://schemas.openxmlformats.org/officeDocument/2006/relationships/diagramData" Target="../diagrams/data33.xml"/><Relationship Id="rId7" Type="http://schemas.microsoft.com/office/2007/relationships/diagramDrawing" Target="../diagrams/drawing33.xml"/><Relationship Id="rId12" Type="http://schemas.microsoft.com/office/2007/relationships/diagramDrawing" Target="../diagrams/drawing34.xm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diagramColors" Target="../diagrams/colors33.xml"/><Relationship Id="rId11" Type="http://schemas.openxmlformats.org/officeDocument/2006/relationships/diagramColors" Target="../diagrams/colors34.xml"/><Relationship Id="rId5" Type="http://schemas.openxmlformats.org/officeDocument/2006/relationships/diagramQuickStyle" Target="../diagrams/quickStyle33.xml"/><Relationship Id="rId10" Type="http://schemas.openxmlformats.org/officeDocument/2006/relationships/diagramQuickStyle" Target="../diagrams/quickStyle34.xml"/><Relationship Id="rId4" Type="http://schemas.openxmlformats.org/officeDocument/2006/relationships/diagramLayout" Target="../diagrams/layout33.xml"/><Relationship Id="rId9" Type="http://schemas.openxmlformats.org/officeDocument/2006/relationships/diagramLayout" Target="../diagrams/layout34.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8.xml"/><Relationship Id="rId7" Type="http://schemas.openxmlformats.org/officeDocument/2006/relationships/image" Target="../media/image41.png"/><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5.xml.rels><?xml version="1.0" encoding="UTF-8" standalone="yes"?>
<Relationships xmlns="http://schemas.openxmlformats.org/package/2006/relationships"><Relationship Id="rId8" Type="http://schemas.openxmlformats.org/officeDocument/2006/relationships/image" Target="../media/image43.png"/><Relationship Id="rId13" Type="http://schemas.microsoft.com/office/2007/relationships/diagramDrawing" Target="../diagrams/drawing40.xml"/><Relationship Id="rId3" Type="http://schemas.openxmlformats.org/officeDocument/2006/relationships/diagramData" Target="../diagrams/data39.xml"/><Relationship Id="rId7" Type="http://schemas.microsoft.com/office/2007/relationships/diagramDrawing" Target="../diagrams/drawing39.xml"/><Relationship Id="rId12" Type="http://schemas.openxmlformats.org/officeDocument/2006/relationships/diagramColors" Target="../diagrams/colors40.xml"/><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diagramColors" Target="../diagrams/colors39.xml"/><Relationship Id="rId11" Type="http://schemas.openxmlformats.org/officeDocument/2006/relationships/diagramQuickStyle" Target="../diagrams/quickStyle40.xml"/><Relationship Id="rId5" Type="http://schemas.openxmlformats.org/officeDocument/2006/relationships/diagramQuickStyle" Target="../diagrams/quickStyle39.xml"/><Relationship Id="rId10" Type="http://schemas.openxmlformats.org/officeDocument/2006/relationships/diagramLayout" Target="../diagrams/layout40.xml"/><Relationship Id="rId4" Type="http://schemas.openxmlformats.org/officeDocument/2006/relationships/diagramLayout" Target="../diagrams/layout39.xml"/><Relationship Id="rId9" Type="http://schemas.openxmlformats.org/officeDocument/2006/relationships/diagramData" Target="../diagrams/data40.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diagramData" Target="../diagrams/data43.xml"/><Relationship Id="rId13" Type="http://schemas.openxmlformats.org/officeDocument/2006/relationships/diagramData" Target="../diagrams/data44.xml"/><Relationship Id="rId3" Type="http://schemas.openxmlformats.org/officeDocument/2006/relationships/diagramData" Target="../diagrams/data42.xml"/><Relationship Id="rId7" Type="http://schemas.microsoft.com/office/2007/relationships/diagramDrawing" Target="../diagrams/drawing42.xml"/><Relationship Id="rId12" Type="http://schemas.microsoft.com/office/2007/relationships/diagramDrawing" Target="../diagrams/drawing43.xml"/><Relationship Id="rId17" Type="http://schemas.microsoft.com/office/2007/relationships/diagramDrawing" Target="../diagrams/drawing44.xml"/><Relationship Id="rId2" Type="http://schemas.openxmlformats.org/officeDocument/2006/relationships/image" Target="../media/image46.png"/><Relationship Id="rId16" Type="http://schemas.openxmlformats.org/officeDocument/2006/relationships/diagramColors" Target="../diagrams/colors44.xml"/><Relationship Id="rId1" Type="http://schemas.openxmlformats.org/officeDocument/2006/relationships/slideLayout" Target="../slideLayouts/slideLayout2.xml"/><Relationship Id="rId6" Type="http://schemas.openxmlformats.org/officeDocument/2006/relationships/diagramColors" Target="../diagrams/colors42.xml"/><Relationship Id="rId11" Type="http://schemas.openxmlformats.org/officeDocument/2006/relationships/diagramColors" Target="../diagrams/colors43.xml"/><Relationship Id="rId5" Type="http://schemas.openxmlformats.org/officeDocument/2006/relationships/diagramQuickStyle" Target="../diagrams/quickStyle42.xml"/><Relationship Id="rId15" Type="http://schemas.openxmlformats.org/officeDocument/2006/relationships/diagramQuickStyle" Target="../diagrams/quickStyle44.xml"/><Relationship Id="rId10" Type="http://schemas.openxmlformats.org/officeDocument/2006/relationships/diagramQuickStyle" Target="../diagrams/quickStyle43.xml"/><Relationship Id="rId4" Type="http://schemas.openxmlformats.org/officeDocument/2006/relationships/diagramLayout" Target="../diagrams/layout42.xml"/><Relationship Id="rId9" Type="http://schemas.openxmlformats.org/officeDocument/2006/relationships/diagramLayout" Target="../diagrams/layout43.xml"/><Relationship Id="rId14" Type="http://schemas.openxmlformats.org/officeDocument/2006/relationships/diagramLayout" Target="../diagrams/layout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22363"/>
            <a:ext cx="9144000" cy="2387600"/>
          </a:xfrm>
        </p:spPr>
        <p:txBody>
          <a:bodyPr/>
          <a:lstStyle/>
          <a:p>
            <a:r>
              <a:rPr lang="en-US" i="1" dirty="0" smtClean="0">
                <a:solidFill>
                  <a:schemeClr val="accent1">
                    <a:lumMod val="50000"/>
                  </a:schemeClr>
                </a:solidFill>
              </a:rPr>
              <a:t>IAS Limited Inter Branch WAN Architecture</a:t>
            </a:r>
            <a:endParaRPr i="1" dirty="0">
              <a:solidFill>
                <a:schemeClr val="accent1">
                  <a:lumMod val="50000"/>
                </a:schemeClr>
              </a:solidFill>
            </a:endParaRPr>
          </a:p>
        </p:txBody>
      </p:sp>
      <p:sp>
        <p:nvSpPr>
          <p:cNvPr id="8" name="Subtitle 2"/>
          <p:cNvSpPr>
            <a:spLocks noGrp="1"/>
          </p:cNvSpPr>
          <p:nvPr>
            <p:ph type="subTitle" idx="1"/>
          </p:nvPr>
        </p:nvSpPr>
        <p:spPr>
          <a:xfrm>
            <a:off x="1524000" y="3602038"/>
            <a:ext cx="9144000" cy="1655762"/>
          </a:xfrm>
        </p:spPr>
        <p:txBody>
          <a:bodyPr/>
          <a:lstStyle/>
          <a:p>
            <a:r>
              <a:rPr dirty="0"/>
              <a:t>Dhaka, Cumilla and Chattogram (CTG): VLAN, DHCP, NAT, BGP, GRE VPN and OSPF</a:t>
            </a:r>
          </a:p>
        </p:txBody>
      </p:sp>
    </p:spTree>
    <p:extLst>
      <p:ext uri="{BB962C8B-B14F-4D97-AF65-F5344CB8AC3E}">
        <p14:creationId xmlns:p14="http://schemas.microsoft.com/office/powerpoint/2010/main" val="34894301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b="1" dirty="0" smtClean="0">
                <a:latin typeface="Consolas" panose="020B0609020204030204" pitchFamily="49" charset="0"/>
              </a:rPr>
              <a:t>Full Topology : </a:t>
            </a:r>
            <a:endParaRPr lang="en-US" b="1" dirty="0">
              <a:latin typeface="Consolas" panose="020B0609020204030204" pitchFamily="49"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288" t="-280" r="2623" b="280"/>
          <a:stretch/>
        </p:blipFill>
        <p:spPr>
          <a:xfrm>
            <a:off x="-38671" y="962308"/>
            <a:ext cx="12230671" cy="51847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04268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Project Overview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Project: </a:t>
            </a:r>
            <a:r>
              <a:rPr sz="2000">
                <a:solidFill>
                  <a:srgbClr val="FFFFFF"/>
                </a:solidFill>
              </a:rPr>
              <a:t>We built one connected network for IAS Limited. It joins 3 branches: Dhaka, Cumilla and Chattogram (CTG).</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Company need: </a:t>
            </a:r>
            <a:r>
              <a:rPr sz="2000">
                <a:solidFill>
                  <a:srgbClr val="FFFFFF"/>
                </a:solidFill>
              </a:rPr>
              <a:t>Each branch needs separate departments (VLANs), automatic IP addresses (DHCP), and internet access.</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Size: </a:t>
            </a:r>
            <a:r>
              <a:rPr sz="2000">
                <a:solidFill>
                  <a:srgbClr val="FFFFFF"/>
                </a:solidFill>
              </a:rPr>
              <a:t>3 branches, 5 switches, 3 branch routers, 3 ISP routers and 1 IIG router. 8 department VLANs and 1 DHCP server VLAN.</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Our work: </a:t>
            </a:r>
            <a:r>
              <a:rPr sz="2000">
                <a:solidFill>
                  <a:srgbClr val="FFFFFF"/>
                </a:solidFill>
              </a:rPr>
              <a:t>VLAN, trunk, inter-VLAN routing, DHCP, NAT (PAT), BGP between ISPs, GRE tunnels, OSPF, SSH and ACL.</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Goal: </a:t>
            </a:r>
            <a:r>
              <a:rPr sz="2000">
                <a:solidFill>
                  <a:srgbClr val="FFFFFF"/>
                </a:solidFill>
              </a:rPr>
              <a:t>All branches talk to each other safely, and every PC can reach the internet.</a:t>
            </a:r>
          </a:p>
        </p:txBody>
      </p:sp>
    </p:spTree>
    <p:extLst>
      <p:ext uri="{BB962C8B-B14F-4D97-AF65-F5344CB8AC3E}">
        <p14:creationId xmlns:p14="http://schemas.microsoft.com/office/powerpoint/2010/main" val="12329096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38304" y="-28192"/>
            <a:ext cx="7073899" cy="769441"/>
          </a:xfrm>
          <a:prstGeom prst="rect">
            <a:avLst/>
          </a:prstGeom>
          <a:noFill/>
        </p:spPr>
        <p:txBody>
          <a:bodyPr wrap="square" rtlCol="0">
            <a:spAutoFit/>
          </a:bodyPr>
          <a:lstStyle/>
          <a:p>
            <a:r>
              <a:rPr lang="en-US" sz="4400" b="1" dirty="0" smtClean="0"/>
              <a:t>DHAKA BRANCH :</a:t>
            </a:r>
            <a:endParaRPr lang="en-US" sz="44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8101" y="728723"/>
            <a:ext cx="9994900" cy="612927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TextBox 5"/>
          <p:cNvSpPr txBox="1"/>
          <p:nvPr/>
        </p:nvSpPr>
        <p:spPr>
          <a:xfrm>
            <a:off x="3077029" y="2815771"/>
            <a:ext cx="955903" cy="584775"/>
          </a:xfrm>
          <a:prstGeom prst="rect">
            <a:avLst/>
          </a:prstGeom>
          <a:noFill/>
        </p:spPr>
        <p:txBody>
          <a:bodyPr wrap="none" rtlCol="0">
            <a:spAutoFit/>
          </a:bodyPr>
          <a:lstStyle/>
          <a:p>
            <a:r>
              <a:rPr lang="en-US" sz="3200" b="1" i="1" dirty="0" smtClean="0"/>
              <a:t>SW1</a:t>
            </a:r>
            <a:endParaRPr lang="en-US" sz="3200" b="1" i="1" dirty="0"/>
          </a:p>
        </p:txBody>
      </p:sp>
      <p:sp>
        <p:nvSpPr>
          <p:cNvPr id="7" name="TextBox 6"/>
          <p:cNvSpPr txBox="1"/>
          <p:nvPr/>
        </p:nvSpPr>
        <p:spPr>
          <a:xfrm>
            <a:off x="9310914" y="2815770"/>
            <a:ext cx="952120" cy="584775"/>
          </a:xfrm>
          <a:prstGeom prst="rect">
            <a:avLst/>
          </a:prstGeom>
          <a:noFill/>
        </p:spPr>
        <p:txBody>
          <a:bodyPr wrap="none" rtlCol="0">
            <a:spAutoFit/>
          </a:bodyPr>
          <a:lstStyle/>
          <a:p>
            <a:r>
              <a:rPr lang="en-US" sz="3200" b="1" i="1" dirty="0" smtClean="0"/>
              <a:t>SW2</a:t>
            </a:r>
            <a:endParaRPr lang="en-US" sz="3200" b="1" i="1" dirty="0"/>
          </a:p>
        </p:txBody>
      </p:sp>
      <p:sp>
        <p:nvSpPr>
          <p:cNvPr id="8" name="TextBox 7"/>
          <p:cNvSpPr txBox="1"/>
          <p:nvPr/>
        </p:nvSpPr>
        <p:spPr>
          <a:xfrm>
            <a:off x="6450212" y="1205776"/>
            <a:ext cx="1423788" cy="584775"/>
          </a:xfrm>
          <a:prstGeom prst="rect">
            <a:avLst/>
          </a:prstGeom>
          <a:noFill/>
        </p:spPr>
        <p:txBody>
          <a:bodyPr wrap="none" rtlCol="0">
            <a:spAutoFit/>
          </a:bodyPr>
          <a:lstStyle/>
          <a:p>
            <a:r>
              <a:rPr lang="en-US" sz="3200" b="1" i="1" dirty="0" smtClean="0"/>
              <a:t>DHAKA</a:t>
            </a:r>
            <a:endParaRPr lang="en-US" sz="3200" b="1" i="1" dirty="0"/>
          </a:p>
        </p:txBody>
      </p:sp>
    </p:spTree>
    <p:extLst>
      <p:ext uri="{BB962C8B-B14F-4D97-AF65-F5344CB8AC3E}">
        <p14:creationId xmlns:p14="http://schemas.microsoft.com/office/powerpoint/2010/main" val="14576908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Dhaka Branch Work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dirty="0">
                <a:solidFill>
                  <a:srgbClr val="FFFFFF"/>
                </a:solidFill>
              </a:rPr>
              <a:t>Switches: </a:t>
            </a:r>
            <a:r>
              <a:rPr sz="2000" dirty="0">
                <a:solidFill>
                  <a:srgbClr val="FFFFFF"/>
                </a:solidFill>
              </a:rPr>
              <a:t>SW1 and SW2 have VLAN 10 (IT), VLAN 20 (HR) and VLAN 30 (Sales). A trunk link joins them.</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Gateway: </a:t>
            </a:r>
            <a:r>
              <a:rPr sz="2000">
                <a:solidFill>
                  <a:srgbClr val="FFFFFF"/>
                </a:solidFill>
              </a:rPr>
              <a:t>SW1 works as a Layer 3 switch. It gives each VLAN its gateway and routes between VLANs.</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DHCP: </a:t>
            </a:r>
            <a:r>
              <a:rPr sz="2000">
                <a:solidFill>
                  <a:srgbClr val="FFFFFF"/>
                </a:solidFill>
              </a:rPr>
              <a:t>The DHCP server is in VLAN 40. SW1 uses a helper address, so all PCs get IP addresses automatically.</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Router: </a:t>
            </a:r>
            <a:r>
              <a:rPr sz="2000">
                <a:solidFill>
                  <a:srgbClr val="FFFFFF"/>
                </a:solidFill>
              </a:rPr>
              <a:t>The DHAKA router connects to SW1 and to ISP_A. NAT (PAT) lets the LANs use the internet.</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Extra: </a:t>
            </a:r>
            <a:r>
              <a:rPr sz="2000">
                <a:solidFill>
                  <a:srgbClr val="FFFFFF"/>
                </a:solidFill>
              </a:rPr>
              <a:t>Two GRE tunnels go to Cumilla and CTG. OSPF shares routes. An ACL protects the IT VLAN.</a:t>
            </a:r>
          </a:p>
        </p:txBody>
      </p:sp>
    </p:spTree>
    <p:extLst>
      <p:ext uri="{BB962C8B-B14F-4D97-AF65-F5344CB8AC3E}">
        <p14:creationId xmlns:p14="http://schemas.microsoft.com/office/powerpoint/2010/main" val="4067587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3976007" cy="707886"/>
          </a:xfrm>
          <a:prstGeom prst="rect">
            <a:avLst/>
          </a:prstGeom>
          <a:noFill/>
        </p:spPr>
        <p:txBody>
          <a:bodyPr wrap="square" rtlCol="0">
            <a:spAutoFit/>
          </a:bodyPr>
          <a:lstStyle/>
          <a:p>
            <a:r>
              <a:rPr lang="en-US" sz="4000" b="1" u="sng" dirty="0" smtClean="0">
                <a:solidFill>
                  <a:srgbClr val="FF0000"/>
                </a:solidFill>
              </a:rPr>
              <a:t>Sw1 Command :</a:t>
            </a:r>
            <a:endParaRPr lang="en-US" sz="4000" b="1" u="sng" dirty="0">
              <a:solidFill>
                <a:srgbClr val="FF0000"/>
              </a:solidFill>
            </a:endParaRPr>
          </a:p>
        </p:txBody>
      </p:sp>
      <p:sp>
        <p:nvSpPr>
          <p:cNvPr id="5" name="TextBox 4"/>
          <p:cNvSpPr txBox="1"/>
          <p:nvPr/>
        </p:nvSpPr>
        <p:spPr>
          <a:xfrm>
            <a:off x="372909" y="1133356"/>
            <a:ext cx="4585607" cy="5724644"/>
          </a:xfrm>
          <a:prstGeom prst="rect">
            <a:avLst/>
          </a:prstGeom>
          <a:noFill/>
        </p:spPr>
        <p:txBody>
          <a:bodyPr wrap="square" rtlCol="0">
            <a:spAutoFit/>
          </a:bodyPr>
          <a:lstStyle/>
          <a:p>
            <a:r>
              <a:rPr lang="en-US" sz="2400" b="1" i="1" dirty="0" smtClean="0"/>
              <a:t>#Basic Setup : </a:t>
            </a:r>
          </a:p>
          <a:p>
            <a:r>
              <a:rPr lang="en-US" dirty="0" smtClean="0"/>
              <a:t>Switch&gt;enable</a:t>
            </a:r>
          </a:p>
          <a:p>
            <a:r>
              <a:rPr lang="en-US" dirty="0" smtClean="0"/>
              <a:t>Switch#configure terminal</a:t>
            </a:r>
          </a:p>
          <a:p>
            <a:r>
              <a:rPr lang="en-US" dirty="0" smtClean="0"/>
              <a:t>Switch(config)#hostname SW1</a:t>
            </a:r>
          </a:p>
          <a:p>
            <a:r>
              <a:rPr lang="en-US" dirty="0" smtClean="0"/>
              <a:t>SW1(config)#no ip domain-lookup </a:t>
            </a:r>
          </a:p>
          <a:p>
            <a:r>
              <a:rPr lang="en-US" dirty="0" smtClean="0"/>
              <a:t>SW1(config)#line console 0</a:t>
            </a:r>
          </a:p>
          <a:p>
            <a:r>
              <a:rPr lang="en-US" dirty="0" smtClean="0"/>
              <a:t>SW1(config-line)#exec-timeout 0</a:t>
            </a:r>
          </a:p>
          <a:p>
            <a:r>
              <a:rPr lang="en-US" dirty="0" smtClean="0"/>
              <a:t>SW1(config-line)#exit</a:t>
            </a:r>
          </a:p>
          <a:p>
            <a:endParaRPr lang="en-US" dirty="0" smtClean="0"/>
          </a:p>
          <a:p>
            <a:r>
              <a:rPr lang="en-US" sz="2000" b="1" i="1" dirty="0" smtClean="0"/>
              <a:t>#Create VLAN 10,20,30 :</a:t>
            </a:r>
          </a:p>
          <a:p>
            <a:r>
              <a:rPr lang="en-US" dirty="0" smtClean="0"/>
              <a:t>SW1(config)#vlan 10</a:t>
            </a:r>
          </a:p>
          <a:p>
            <a:r>
              <a:rPr lang="en-US" dirty="0" smtClean="0"/>
              <a:t>SW1(config-vlan)#name IT</a:t>
            </a:r>
          </a:p>
          <a:p>
            <a:r>
              <a:rPr lang="en-US" dirty="0" smtClean="0"/>
              <a:t>SW1(config-vlan)#exit</a:t>
            </a:r>
          </a:p>
          <a:p>
            <a:r>
              <a:rPr lang="en-US" dirty="0" smtClean="0"/>
              <a:t>SW1(config)#Vlan 20</a:t>
            </a:r>
          </a:p>
          <a:p>
            <a:r>
              <a:rPr lang="en-US" dirty="0" smtClean="0"/>
              <a:t>SW1(config-vlan)#name HR</a:t>
            </a:r>
          </a:p>
          <a:p>
            <a:r>
              <a:rPr lang="en-US" dirty="0" smtClean="0"/>
              <a:t>SW1(config-vlan)#exit</a:t>
            </a:r>
          </a:p>
          <a:p>
            <a:r>
              <a:rPr lang="en-US" dirty="0" smtClean="0"/>
              <a:t>SW1(config)#vlan 30</a:t>
            </a:r>
          </a:p>
          <a:p>
            <a:r>
              <a:rPr lang="en-US" dirty="0" smtClean="0"/>
              <a:t>SW1(config-vlan)#name Sales</a:t>
            </a:r>
          </a:p>
          <a:p>
            <a:r>
              <a:rPr lang="en-US" dirty="0" smtClean="0"/>
              <a:t>SW1(config-vlan)#exit</a:t>
            </a:r>
          </a:p>
          <a:p>
            <a:endParaRPr lang="en-US"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2230" y="2883580"/>
            <a:ext cx="8419723" cy="37033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Box 2"/>
          <p:cNvSpPr txBox="1"/>
          <p:nvPr/>
        </p:nvSpPr>
        <p:spPr>
          <a:xfrm>
            <a:off x="8209734" y="3018971"/>
            <a:ext cx="611001" cy="369332"/>
          </a:xfrm>
          <a:prstGeom prst="rect">
            <a:avLst/>
          </a:prstGeom>
          <a:noFill/>
        </p:spPr>
        <p:txBody>
          <a:bodyPr wrap="none" rtlCol="0">
            <a:spAutoFit/>
          </a:bodyPr>
          <a:lstStyle/>
          <a:p>
            <a:r>
              <a:rPr lang="en-US" dirty="0" smtClean="0"/>
              <a:t>SW1</a:t>
            </a:r>
            <a:endParaRPr lang="en-US" dirty="0"/>
          </a:p>
        </p:txBody>
      </p:sp>
      <p:graphicFrame>
        <p:nvGraphicFramePr>
          <p:cNvPr id="12" name="Diagram 11"/>
          <p:cNvGraphicFramePr/>
          <p:nvPr>
            <p:extLst>
              <p:ext uri="{D42A27DB-BD31-4B8C-83A1-F6EECF244321}">
                <p14:modId xmlns:p14="http://schemas.microsoft.com/office/powerpoint/2010/main" val="2609467449"/>
              </p:ext>
            </p:extLst>
          </p:nvPr>
        </p:nvGraphicFramePr>
        <p:xfrm>
          <a:off x="5180820" y="527947"/>
          <a:ext cx="6227409" cy="1562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85562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970" y="516647"/>
            <a:ext cx="7081456" cy="6186309"/>
          </a:xfrm>
          <a:prstGeom prst="rect">
            <a:avLst/>
          </a:prstGeom>
          <a:noFill/>
        </p:spPr>
        <p:txBody>
          <a:bodyPr wrap="square" rtlCol="0">
            <a:spAutoFit/>
          </a:bodyPr>
          <a:lstStyle/>
          <a:p>
            <a:r>
              <a:rPr lang="en-US" dirty="0" smtClean="0"/>
              <a:t>SW1(config)#interface range fastEthernet 0/3-4 </a:t>
            </a:r>
          </a:p>
          <a:p>
            <a:r>
              <a:rPr lang="en-US" dirty="0" smtClean="0"/>
              <a:t>SW1(config-if-range)#switchport mode access </a:t>
            </a:r>
          </a:p>
          <a:p>
            <a:r>
              <a:rPr lang="en-US" dirty="0" smtClean="0"/>
              <a:t>SW1(config-if-range)#switchport access vlan 10</a:t>
            </a:r>
          </a:p>
          <a:p>
            <a:r>
              <a:rPr lang="en-US" dirty="0" smtClean="0"/>
              <a:t>SW1(config-if-range)#exit</a:t>
            </a:r>
          </a:p>
          <a:p>
            <a:endParaRPr lang="en-US" dirty="0" smtClean="0"/>
          </a:p>
          <a:p>
            <a:r>
              <a:rPr lang="en-US" dirty="0" smtClean="0"/>
              <a:t>SW1(config)#interface range fastEthernet 0/5-6</a:t>
            </a:r>
          </a:p>
          <a:p>
            <a:r>
              <a:rPr lang="en-US" dirty="0" smtClean="0"/>
              <a:t>SW1(config-if-range)#switchport mode access </a:t>
            </a:r>
          </a:p>
          <a:p>
            <a:r>
              <a:rPr lang="en-US" dirty="0" smtClean="0"/>
              <a:t>SW1(config-if-range)#switchport access vlan  20</a:t>
            </a:r>
          </a:p>
          <a:p>
            <a:r>
              <a:rPr lang="en-US" dirty="0" smtClean="0"/>
              <a:t>SW1(config-if-range)#exit</a:t>
            </a:r>
          </a:p>
          <a:p>
            <a:endParaRPr lang="en-US" dirty="0" smtClean="0"/>
          </a:p>
          <a:p>
            <a:r>
              <a:rPr lang="en-US" dirty="0" smtClean="0"/>
              <a:t>SW1(config)#interface range fastEthernet 0/7-8 </a:t>
            </a:r>
          </a:p>
          <a:p>
            <a:r>
              <a:rPr lang="en-US" dirty="0" smtClean="0"/>
              <a:t>SW1(config-if-range)#switchport mode access </a:t>
            </a:r>
          </a:p>
          <a:p>
            <a:r>
              <a:rPr lang="en-US" dirty="0" smtClean="0"/>
              <a:t>SW1(config-if-range)#switchport access vlan 30</a:t>
            </a:r>
          </a:p>
          <a:p>
            <a:r>
              <a:rPr lang="en-US" dirty="0" smtClean="0"/>
              <a:t>SW1(config-if-range)#exit</a:t>
            </a:r>
          </a:p>
          <a:p>
            <a:endParaRPr lang="en-US" dirty="0" smtClean="0"/>
          </a:p>
          <a:p>
            <a:r>
              <a:rPr lang="en-US" sz="2000" b="1" i="1" dirty="0" smtClean="0"/>
              <a:t>#Set Trunk Port :</a:t>
            </a:r>
          </a:p>
          <a:p>
            <a:r>
              <a:rPr lang="en-US" dirty="0" smtClean="0"/>
              <a:t>SW1(config-if)#interface fastEthernet 0/2</a:t>
            </a:r>
          </a:p>
          <a:p>
            <a:r>
              <a:rPr lang="en-US" dirty="0" smtClean="0"/>
              <a:t>SW1(config-if)#switchport trunk encapsulation dot1q </a:t>
            </a:r>
          </a:p>
          <a:p>
            <a:r>
              <a:rPr lang="en-US" dirty="0" smtClean="0"/>
              <a:t>SW1(config-if)#switchport mode trunk </a:t>
            </a:r>
          </a:p>
          <a:p>
            <a:r>
              <a:rPr lang="en-US" dirty="0" smtClean="0"/>
              <a:t>SW1(config-if)#switchport trunk allowed vlan 10,20,30</a:t>
            </a:r>
          </a:p>
          <a:p>
            <a:r>
              <a:rPr lang="en-US" dirty="0" smtClean="0"/>
              <a:t>SW1(config-if)#exit</a:t>
            </a:r>
          </a:p>
          <a:p>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5116" r="2957"/>
          <a:stretch/>
        </p:blipFill>
        <p:spPr>
          <a:xfrm>
            <a:off x="4978400" y="318385"/>
            <a:ext cx="7213600" cy="39560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6299200" y="1409700"/>
            <a:ext cx="611001" cy="369332"/>
          </a:xfrm>
          <a:prstGeom prst="rect">
            <a:avLst/>
          </a:prstGeom>
          <a:noFill/>
        </p:spPr>
        <p:txBody>
          <a:bodyPr wrap="none" rtlCol="0">
            <a:spAutoFit/>
          </a:bodyPr>
          <a:lstStyle/>
          <a:p>
            <a:r>
              <a:rPr lang="en-US" dirty="0" smtClean="0"/>
              <a:t>SW1</a:t>
            </a:r>
            <a:endParaRPr lang="en-US" dirty="0"/>
          </a:p>
        </p:txBody>
      </p:sp>
      <p:graphicFrame>
        <p:nvGraphicFramePr>
          <p:cNvPr id="9" name="Diagram 8"/>
          <p:cNvGraphicFramePr/>
          <p:nvPr/>
        </p:nvGraphicFramePr>
        <p:xfrm>
          <a:off x="6025615" y="4472719"/>
          <a:ext cx="5373593" cy="2031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9816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4457" y="246742"/>
            <a:ext cx="5529943" cy="6247864"/>
          </a:xfrm>
          <a:prstGeom prst="rect">
            <a:avLst/>
          </a:prstGeom>
          <a:noFill/>
        </p:spPr>
        <p:txBody>
          <a:bodyPr wrap="square" rtlCol="0">
            <a:spAutoFit/>
          </a:bodyPr>
          <a:lstStyle/>
          <a:p>
            <a:r>
              <a:rPr lang="en-US" sz="2000" b="1" i="1" dirty="0" smtClean="0"/>
              <a:t>#Config Default Gateway :</a:t>
            </a:r>
          </a:p>
          <a:p>
            <a:r>
              <a:rPr lang="en-US" dirty="0" smtClean="0"/>
              <a:t>SW1(config)#interface vlan 10</a:t>
            </a:r>
          </a:p>
          <a:p>
            <a:r>
              <a:rPr lang="en-US" dirty="0" smtClean="0"/>
              <a:t>SW1(config-if)#no shutdown </a:t>
            </a:r>
          </a:p>
          <a:p>
            <a:r>
              <a:rPr lang="en-US" dirty="0" smtClean="0"/>
              <a:t>SW1(config-if)#ip address 192.168.10.1 255.255.255.0</a:t>
            </a:r>
          </a:p>
          <a:p>
            <a:r>
              <a:rPr lang="en-US" dirty="0" smtClean="0"/>
              <a:t>SW1(config-if)#exit</a:t>
            </a:r>
          </a:p>
          <a:p>
            <a:r>
              <a:rPr lang="en-US" dirty="0" smtClean="0"/>
              <a:t>SW1(config)#interface vlan 20</a:t>
            </a:r>
          </a:p>
          <a:p>
            <a:r>
              <a:rPr lang="en-US" dirty="0" smtClean="0"/>
              <a:t>SW1(config-if)#ip address 192.168.20.1 255.255.255.0</a:t>
            </a:r>
          </a:p>
          <a:p>
            <a:r>
              <a:rPr lang="en-US" dirty="0" smtClean="0"/>
              <a:t>SW1(config-if)#no shutdown </a:t>
            </a:r>
          </a:p>
          <a:p>
            <a:r>
              <a:rPr lang="en-US" dirty="0" smtClean="0"/>
              <a:t>SW1(config-if)#exit</a:t>
            </a:r>
          </a:p>
          <a:p>
            <a:r>
              <a:rPr lang="en-US" dirty="0" smtClean="0"/>
              <a:t>SW1(config)#interface vlan 30</a:t>
            </a:r>
          </a:p>
          <a:p>
            <a:r>
              <a:rPr lang="en-US" dirty="0" smtClean="0"/>
              <a:t>SW1(config-if)#no shutdown </a:t>
            </a:r>
          </a:p>
          <a:p>
            <a:r>
              <a:rPr lang="en-US" dirty="0" smtClean="0"/>
              <a:t>SW1(config-if)#ip address 192.168.30.1 255.255.255.0</a:t>
            </a:r>
          </a:p>
          <a:p>
            <a:r>
              <a:rPr lang="en-US" dirty="0" smtClean="0"/>
              <a:t>SW1(config-if)#exit</a:t>
            </a:r>
          </a:p>
          <a:p>
            <a:endParaRPr lang="en-US" dirty="0" smtClean="0"/>
          </a:p>
          <a:p>
            <a:r>
              <a:rPr lang="en-US" sz="2000" b="1" i="1" dirty="0" smtClean="0"/>
              <a:t>#Start Routing in Switch :</a:t>
            </a:r>
          </a:p>
          <a:p>
            <a:r>
              <a:rPr lang="en-US" dirty="0" smtClean="0"/>
              <a:t>SW1(config)#ip routing </a:t>
            </a:r>
          </a:p>
          <a:p>
            <a:endParaRPr lang="en-US" dirty="0" smtClean="0"/>
          </a:p>
          <a:p>
            <a:r>
              <a:rPr lang="en-US" sz="2000" b="1" i="1" dirty="0" smtClean="0"/>
              <a:t>#Give ip in Switchport :</a:t>
            </a:r>
          </a:p>
          <a:p>
            <a:r>
              <a:rPr lang="en-US" dirty="0" smtClean="0"/>
              <a:t>SW1(config)#interface gigabitEthernet 0/1</a:t>
            </a:r>
          </a:p>
          <a:p>
            <a:r>
              <a:rPr lang="en-US" dirty="0" smtClean="0"/>
              <a:t>SW1(config-if)#no switchport </a:t>
            </a:r>
          </a:p>
          <a:p>
            <a:r>
              <a:rPr lang="en-US" dirty="0" smtClean="0"/>
              <a:t>SW1(config-if)#ip add 10.10.10.2 255.255.255.252</a:t>
            </a:r>
          </a:p>
          <a:p>
            <a:endParaRPr lang="en-US" dirty="0" smtClean="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166" t="7227" r="7526"/>
          <a:stretch/>
        </p:blipFill>
        <p:spPr>
          <a:xfrm>
            <a:off x="5699343" y="3984934"/>
            <a:ext cx="2743201" cy="2873066"/>
          </a:xfrm>
          <a:prstGeom prst="rect">
            <a:avLst/>
          </a:prstGeom>
          <a:ln>
            <a:noFill/>
          </a:ln>
          <a:effectLst>
            <a:outerShdw blurRad="190500" algn="tl" rotWithShape="0">
              <a:srgbClr val="000000">
                <a:alpha val="70000"/>
              </a:srgbClr>
            </a:outerShdw>
          </a:effectLst>
        </p:spPr>
      </p:pic>
      <p:graphicFrame>
        <p:nvGraphicFramePr>
          <p:cNvPr id="11" name="Diagram 10"/>
          <p:cNvGraphicFramePr/>
          <p:nvPr>
            <p:extLst>
              <p:ext uri="{D42A27DB-BD31-4B8C-83A1-F6EECF244321}">
                <p14:modId xmlns:p14="http://schemas.microsoft.com/office/powerpoint/2010/main" val="1585635277"/>
              </p:ext>
            </p:extLst>
          </p:nvPr>
        </p:nvGraphicFramePr>
        <p:xfrm>
          <a:off x="6368441" y="-201805"/>
          <a:ext cx="5318342" cy="3572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p:cNvGraphicFramePr/>
          <p:nvPr>
            <p:extLst>
              <p:ext uri="{D42A27DB-BD31-4B8C-83A1-F6EECF244321}">
                <p14:modId xmlns:p14="http://schemas.microsoft.com/office/powerpoint/2010/main" val="291199083"/>
              </p:ext>
            </p:extLst>
          </p:nvPr>
        </p:nvGraphicFramePr>
        <p:xfrm>
          <a:off x="8146093" y="4473084"/>
          <a:ext cx="4045907" cy="18400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32512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6974" y="215129"/>
            <a:ext cx="5264839" cy="6801862"/>
          </a:xfrm>
          <a:prstGeom prst="rect">
            <a:avLst/>
          </a:prstGeom>
          <a:noFill/>
        </p:spPr>
        <p:txBody>
          <a:bodyPr wrap="none" rtlCol="0">
            <a:spAutoFit/>
          </a:bodyPr>
          <a:lstStyle/>
          <a:p>
            <a:r>
              <a:rPr lang="en-US" sz="2000" b="1" i="1" dirty="0" smtClean="0"/>
              <a:t>#Default route towards DHAKA:</a:t>
            </a:r>
          </a:p>
          <a:p>
            <a:r>
              <a:rPr lang="en-US" dirty="0" smtClean="0"/>
              <a:t>SW1(config-if)#ip route 0.0.0.0 0.0.0.0 10.10.10.1</a:t>
            </a:r>
          </a:p>
          <a:p>
            <a:endParaRPr lang="en-US" dirty="0"/>
          </a:p>
          <a:p>
            <a:endParaRPr lang="en-US" dirty="0" smtClean="0"/>
          </a:p>
          <a:p>
            <a:endParaRPr lang="en-US" dirty="0"/>
          </a:p>
          <a:p>
            <a:endParaRPr lang="en-US" dirty="0" smtClean="0"/>
          </a:p>
          <a:p>
            <a:endParaRPr lang="en-US" dirty="0" smtClean="0"/>
          </a:p>
          <a:p>
            <a:endParaRPr lang="en-US" dirty="0" smtClean="0"/>
          </a:p>
          <a:p>
            <a:endParaRPr lang="en-US" dirty="0" smtClean="0"/>
          </a:p>
          <a:p>
            <a:r>
              <a:rPr lang="en-US" sz="2000" b="1" i="1" dirty="0" smtClean="0"/>
              <a:t>#for Dhcp :</a:t>
            </a:r>
          </a:p>
          <a:p>
            <a:r>
              <a:rPr lang="en-US" dirty="0" smtClean="0"/>
              <a:t>SW1(config)#vlan 40</a:t>
            </a:r>
          </a:p>
          <a:p>
            <a:r>
              <a:rPr lang="en-US" dirty="0" smtClean="0"/>
              <a:t>SW1(config-vlan)#name DHCP_Server</a:t>
            </a:r>
          </a:p>
          <a:p>
            <a:r>
              <a:rPr lang="en-US" dirty="0" smtClean="0"/>
              <a:t>SW1(config-vlan)#exit</a:t>
            </a:r>
          </a:p>
          <a:p>
            <a:endParaRPr lang="en-US" dirty="0" smtClean="0"/>
          </a:p>
          <a:p>
            <a:r>
              <a:rPr lang="en-US" dirty="0" smtClean="0"/>
              <a:t>SW1(config)#interface fastEthernet 0/1</a:t>
            </a:r>
          </a:p>
          <a:p>
            <a:r>
              <a:rPr lang="en-US" dirty="0" smtClean="0"/>
              <a:t>SW1(config-if)#switchport mode access </a:t>
            </a:r>
          </a:p>
          <a:p>
            <a:r>
              <a:rPr lang="en-US" dirty="0" smtClean="0"/>
              <a:t>SW1(config-if)#switchport access vlan 40</a:t>
            </a:r>
          </a:p>
          <a:p>
            <a:r>
              <a:rPr lang="en-US" dirty="0" smtClean="0"/>
              <a:t>SW1(config-if)#exit</a:t>
            </a:r>
          </a:p>
          <a:p>
            <a:endParaRPr lang="en-US" dirty="0" smtClean="0"/>
          </a:p>
          <a:p>
            <a:r>
              <a:rPr lang="en-US" dirty="0" smtClean="0"/>
              <a:t>SW1(config)#interface vlan 40</a:t>
            </a:r>
          </a:p>
          <a:p>
            <a:r>
              <a:rPr lang="en-US" dirty="0" smtClean="0"/>
              <a:t>SW1(config-if)#no shutdown </a:t>
            </a:r>
          </a:p>
          <a:p>
            <a:r>
              <a:rPr lang="en-US" dirty="0" smtClean="0"/>
              <a:t>SW1(config-if)#ip address 192.168.40.1 255.255.255.0</a:t>
            </a:r>
          </a:p>
          <a:p>
            <a:r>
              <a:rPr lang="en-US" dirty="0" smtClean="0"/>
              <a:t>SW1(config-if)#exit</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5141" y="876176"/>
            <a:ext cx="1830913" cy="1904603"/>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2056" y="2932592"/>
            <a:ext cx="3935416" cy="289677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7" name="TextBox 6"/>
          <p:cNvSpPr txBox="1"/>
          <p:nvPr/>
        </p:nvSpPr>
        <p:spPr>
          <a:xfrm>
            <a:off x="7256744" y="4872625"/>
            <a:ext cx="611001" cy="369332"/>
          </a:xfrm>
          <a:prstGeom prst="rect">
            <a:avLst/>
          </a:prstGeom>
          <a:noFill/>
        </p:spPr>
        <p:txBody>
          <a:bodyPr wrap="none" rtlCol="0">
            <a:spAutoFit/>
          </a:bodyPr>
          <a:lstStyle/>
          <a:p>
            <a:r>
              <a:rPr lang="en-US" dirty="0" smtClean="0"/>
              <a:t>SW1</a:t>
            </a:r>
            <a:endParaRPr lang="en-US" dirty="0"/>
          </a:p>
        </p:txBody>
      </p:sp>
      <p:graphicFrame>
        <p:nvGraphicFramePr>
          <p:cNvPr id="9" name="Diagram 8"/>
          <p:cNvGraphicFramePr/>
          <p:nvPr>
            <p:extLst>
              <p:ext uri="{D42A27DB-BD31-4B8C-83A1-F6EECF244321}">
                <p14:modId xmlns:p14="http://schemas.microsoft.com/office/powerpoint/2010/main" val="2371858704"/>
              </p:ext>
            </p:extLst>
          </p:nvPr>
        </p:nvGraphicFramePr>
        <p:xfrm>
          <a:off x="4658618" y="1294536"/>
          <a:ext cx="5540679"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Diagram 10"/>
          <p:cNvGraphicFramePr/>
          <p:nvPr>
            <p:extLst>
              <p:ext uri="{D42A27DB-BD31-4B8C-83A1-F6EECF244321}">
                <p14:modId xmlns:p14="http://schemas.microsoft.com/office/powerpoint/2010/main" val="2816017668"/>
              </p:ext>
            </p:extLst>
          </p:nvPr>
        </p:nvGraphicFramePr>
        <p:xfrm>
          <a:off x="8783528" y="2932592"/>
          <a:ext cx="3295738" cy="299321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6907363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727" y="926927"/>
            <a:ext cx="12013851" cy="6757791"/>
          </a:xfrm>
        </p:spPr>
      </p:pic>
      <p:sp>
        <p:nvSpPr>
          <p:cNvPr id="5" name="TextBox 4"/>
          <p:cNvSpPr txBox="1"/>
          <p:nvPr/>
        </p:nvSpPr>
        <p:spPr>
          <a:xfrm>
            <a:off x="2041742" y="5974915"/>
            <a:ext cx="9102235" cy="461665"/>
          </a:xfrm>
          <a:prstGeom prst="rect">
            <a:avLst/>
          </a:prstGeom>
          <a:noFill/>
        </p:spPr>
        <p:txBody>
          <a:bodyPr wrap="none" rtlCol="0">
            <a:spAutoFit/>
          </a:bodyPr>
          <a:lstStyle/>
          <a:p>
            <a:r>
              <a:rPr lang="en-US" sz="2400" b="1" i="1" dirty="0" smtClean="0">
                <a:solidFill>
                  <a:srgbClr val="FFFF00"/>
                </a:solidFill>
              </a:rPr>
              <a:t>Same Process Create pool For Network 192.168.20.0 and 192.168.30.0</a:t>
            </a:r>
            <a:endParaRPr lang="en-US" sz="2400" b="1" i="1" dirty="0">
              <a:solidFill>
                <a:srgbClr val="FFFF00"/>
              </a:solidFill>
            </a:endParaRPr>
          </a:p>
        </p:txBody>
      </p:sp>
      <p:sp>
        <p:nvSpPr>
          <p:cNvPr id="9" name="Title 1"/>
          <p:cNvSpPr txBox="1">
            <a:spLocks/>
          </p:cNvSpPr>
          <p:nvPr/>
        </p:nvSpPr>
        <p:spPr>
          <a:xfrm>
            <a:off x="124216" y="-1252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u="sng" dirty="0" smtClean="0">
                <a:solidFill>
                  <a:srgbClr val="FF0000"/>
                </a:solidFill>
              </a:rPr>
              <a:t>DHCP SERVER SETUP:</a:t>
            </a:r>
            <a:endParaRPr lang="en-US" sz="4000" b="1" u="sng" dirty="0">
              <a:solidFill>
                <a:srgbClr val="FF0000"/>
              </a:solidFill>
            </a:endParaRPr>
          </a:p>
        </p:txBody>
      </p:sp>
    </p:spTree>
    <p:extLst>
      <p:ext uri="{BB962C8B-B14F-4D97-AF65-F5344CB8AC3E}">
        <p14:creationId xmlns:p14="http://schemas.microsoft.com/office/powerpoint/2010/main" val="18800162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0066" y="2951831"/>
            <a:ext cx="7957333" cy="2123582"/>
          </a:xfrm>
          <a:prstGeom prst="rect">
            <a:avLst/>
          </a:prstGeom>
        </p:spPr>
      </p:pic>
      <p:sp>
        <p:nvSpPr>
          <p:cNvPr id="8" name="Right Arrow 7"/>
          <p:cNvSpPr/>
          <p:nvPr/>
        </p:nvSpPr>
        <p:spPr>
          <a:xfrm rot="20623682" flipV="1">
            <a:off x="6628353" y="3391617"/>
            <a:ext cx="638828" cy="402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p:cNvGraphicFramePr/>
          <p:nvPr>
            <p:extLst>
              <p:ext uri="{D42A27DB-BD31-4B8C-83A1-F6EECF244321}">
                <p14:modId xmlns:p14="http://schemas.microsoft.com/office/powerpoint/2010/main" val="3334958932"/>
              </p:ext>
            </p:extLst>
          </p:nvPr>
        </p:nvGraphicFramePr>
        <p:xfrm>
          <a:off x="1294354" y="145784"/>
          <a:ext cx="9828759" cy="280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p:cNvGraphicFramePr/>
          <p:nvPr>
            <p:extLst>
              <p:ext uri="{D42A27DB-BD31-4B8C-83A1-F6EECF244321}">
                <p14:modId xmlns:p14="http://schemas.microsoft.com/office/powerpoint/2010/main" val="2250849706"/>
              </p:ext>
            </p:extLst>
          </p:nvPr>
        </p:nvGraphicFramePr>
        <p:xfrm>
          <a:off x="2033389" y="5075413"/>
          <a:ext cx="8350685" cy="14804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1004465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6400" y="406400"/>
            <a:ext cx="4663713" cy="3693319"/>
          </a:xfrm>
          <a:prstGeom prst="rect">
            <a:avLst/>
          </a:prstGeom>
          <a:noFill/>
        </p:spPr>
        <p:txBody>
          <a:bodyPr wrap="none" rtlCol="0">
            <a:spAutoFit/>
          </a:bodyPr>
          <a:lstStyle/>
          <a:p>
            <a:r>
              <a:rPr lang="en-US" sz="2000" b="1" i="1" dirty="0" smtClean="0"/>
              <a:t>#Dhcp Relay Setup:</a:t>
            </a:r>
          </a:p>
          <a:p>
            <a:r>
              <a:rPr lang="en-US" dirty="0" smtClean="0"/>
              <a:t>SW1(config)#interface vlan 10</a:t>
            </a:r>
          </a:p>
          <a:p>
            <a:r>
              <a:rPr lang="en-US" dirty="0" smtClean="0"/>
              <a:t>SW1(config-if)#ip helper-address 192.168.40.10</a:t>
            </a:r>
          </a:p>
          <a:p>
            <a:r>
              <a:rPr lang="en-US" dirty="0" smtClean="0"/>
              <a:t>SW1(config-if)#exit</a:t>
            </a:r>
          </a:p>
          <a:p>
            <a:endParaRPr lang="en-US" dirty="0" smtClean="0"/>
          </a:p>
          <a:p>
            <a:r>
              <a:rPr lang="en-US" dirty="0" smtClean="0"/>
              <a:t>SW1(config)#interface vlan 20</a:t>
            </a:r>
          </a:p>
          <a:p>
            <a:r>
              <a:rPr lang="en-US" dirty="0" smtClean="0"/>
              <a:t>SW1(config-if)#ip helper-address 192.168.40.10</a:t>
            </a:r>
          </a:p>
          <a:p>
            <a:r>
              <a:rPr lang="en-US" dirty="0" smtClean="0"/>
              <a:t>SW1(config-if)#exit</a:t>
            </a:r>
          </a:p>
          <a:p>
            <a:endParaRPr lang="en-US" dirty="0" smtClean="0"/>
          </a:p>
          <a:p>
            <a:r>
              <a:rPr lang="en-US" dirty="0" smtClean="0"/>
              <a:t>SW1(config)#interface vlan 30</a:t>
            </a:r>
          </a:p>
          <a:p>
            <a:r>
              <a:rPr lang="en-US" dirty="0" smtClean="0"/>
              <a:t>SW1(config-if)#ip helper-address 192.168.40.10</a:t>
            </a:r>
          </a:p>
          <a:p>
            <a:r>
              <a:rPr lang="en-US" dirty="0" smtClean="0"/>
              <a:t>SW1(config-if)#exit</a:t>
            </a:r>
          </a:p>
          <a:p>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971" y="308587"/>
            <a:ext cx="6298571" cy="35352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8" name="Diagram 7"/>
          <p:cNvGraphicFramePr/>
          <p:nvPr>
            <p:extLst>
              <p:ext uri="{D42A27DB-BD31-4B8C-83A1-F6EECF244321}">
                <p14:modId xmlns:p14="http://schemas.microsoft.com/office/powerpoint/2010/main" val="1909258410"/>
              </p:ext>
            </p:extLst>
          </p:nvPr>
        </p:nvGraphicFramePr>
        <p:xfrm>
          <a:off x="1840247" y="4099719"/>
          <a:ext cx="7273447" cy="22824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65000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4" y="0"/>
            <a:ext cx="10515600" cy="1325563"/>
          </a:xfrm>
        </p:spPr>
        <p:txBody>
          <a:bodyPr/>
          <a:lstStyle/>
          <a:p>
            <a:r>
              <a:rPr lang="en-US" b="1" u="sng" dirty="0" smtClean="0">
                <a:solidFill>
                  <a:srgbClr val="FF0000"/>
                </a:solidFill>
              </a:rPr>
              <a:t>SW2 Command:</a:t>
            </a:r>
            <a:endParaRPr lang="en-US" b="1" u="sng" dirty="0">
              <a:solidFill>
                <a:srgbClr val="FF0000"/>
              </a:solidFill>
            </a:endParaRPr>
          </a:p>
        </p:txBody>
      </p:sp>
      <p:sp>
        <p:nvSpPr>
          <p:cNvPr id="5" name="TextBox 4"/>
          <p:cNvSpPr txBox="1"/>
          <p:nvPr/>
        </p:nvSpPr>
        <p:spPr>
          <a:xfrm>
            <a:off x="522514" y="1325563"/>
            <a:ext cx="4194630" cy="5693866"/>
          </a:xfrm>
          <a:prstGeom prst="rect">
            <a:avLst/>
          </a:prstGeom>
          <a:noFill/>
        </p:spPr>
        <p:txBody>
          <a:bodyPr wrap="square" rtlCol="0">
            <a:spAutoFit/>
          </a:bodyPr>
          <a:lstStyle/>
          <a:p>
            <a:r>
              <a:rPr lang="en-US" sz="2000" b="1" i="1" dirty="0" smtClean="0"/>
              <a:t>#Basic Setup :</a:t>
            </a:r>
          </a:p>
          <a:p>
            <a:r>
              <a:rPr lang="en-US" dirty="0" smtClean="0"/>
              <a:t>Switch&gt;enable</a:t>
            </a:r>
          </a:p>
          <a:p>
            <a:r>
              <a:rPr lang="en-US" dirty="0" smtClean="0"/>
              <a:t>Switch#configure terminal</a:t>
            </a:r>
          </a:p>
          <a:p>
            <a:r>
              <a:rPr lang="en-US" dirty="0" smtClean="0"/>
              <a:t>Switch(config)#hostname SW2</a:t>
            </a:r>
          </a:p>
          <a:p>
            <a:r>
              <a:rPr lang="en-US" dirty="0" smtClean="0"/>
              <a:t>SW2(config)#no ip domain-lookup </a:t>
            </a:r>
          </a:p>
          <a:p>
            <a:r>
              <a:rPr lang="en-US" dirty="0" smtClean="0"/>
              <a:t>SW2(config)#line console 0</a:t>
            </a:r>
          </a:p>
          <a:p>
            <a:r>
              <a:rPr lang="en-US" dirty="0" smtClean="0"/>
              <a:t>SW2(config-line)#exec-timeout 0</a:t>
            </a:r>
          </a:p>
          <a:p>
            <a:r>
              <a:rPr lang="en-US" dirty="0" smtClean="0"/>
              <a:t>SW2(config-line)#exit</a:t>
            </a:r>
          </a:p>
          <a:p>
            <a:endParaRPr lang="en-US" dirty="0" smtClean="0"/>
          </a:p>
          <a:p>
            <a:r>
              <a:rPr lang="en-US" sz="2000" b="1" i="1" dirty="0" smtClean="0"/>
              <a:t>#Create Vlan :</a:t>
            </a:r>
          </a:p>
          <a:p>
            <a:r>
              <a:rPr lang="en-US" dirty="0" smtClean="0"/>
              <a:t>SW2(config)#vlan 10</a:t>
            </a:r>
          </a:p>
          <a:p>
            <a:r>
              <a:rPr lang="en-US" dirty="0" smtClean="0"/>
              <a:t>SW2(config-vlan)#name IT</a:t>
            </a:r>
          </a:p>
          <a:p>
            <a:r>
              <a:rPr lang="en-US" dirty="0" smtClean="0"/>
              <a:t>SW2(config-vlan)#exit</a:t>
            </a:r>
          </a:p>
          <a:p>
            <a:r>
              <a:rPr lang="en-US" dirty="0" smtClean="0"/>
              <a:t>SW2(config)#vlan 20</a:t>
            </a:r>
          </a:p>
          <a:p>
            <a:r>
              <a:rPr lang="en-US" dirty="0" smtClean="0"/>
              <a:t>SW2(config-vlan)#name HR</a:t>
            </a:r>
          </a:p>
          <a:p>
            <a:r>
              <a:rPr lang="en-US" dirty="0" smtClean="0"/>
              <a:t>SW2(config-vlan)#exit</a:t>
            </a:r>
          </a:p>
          <a:p>
            <a:r>
              <a:rPr lang="en-US" dirty="0" smtClean="0"/>
              <a:t>SW2(config)#vlan 30</a:t>
            </a:r>
          </a:p>
          <a:p>
            <a:r>
              <a:rPr lang="en-US" dirty="0" smtClean="0"/>
              <a:t>SW2(config-vlan)#name Sales</a:t>
            </a:r>
          </a:p>
          <a:p>
            <a:r>
              <a:rPr lang="en-US" dirty="0" smtClean="0"/>
              <a:t>SW2(config-vlan)#exit</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252" t="5522" r="4549" b="7934"/>
          <a:stretch/>
        </p:blipFill>
        <p:spPr>
          <a:xfrm>
            <a:off x="3950718" y="3507287"/>
            <a:ext cx="8086793" cy="3243069"/>
          </a:xfrm>
          <a:prstGeom prst="rect">
            <a:avLst/>
          </a:prstGeom>
          <a:ln>
            <a:noFill/>
          </a:ln>
          <a:effectLst>
            <a:outerShdw blurRad="190500" algn="tl" rotWithShape="0">
              <a:srgbClr val="000000">
                <a:alpha val="70000"/>
              </a:srgbClr>
            </a:outerShdw>
          </a:effectLst>
        </p:spPr>
      </p:pic>
      <p:graphicFrame>
        <p:nvGraphicFramePr>
          <p:cNvPr id="7" name="Diagram 6"/>
          <p:cNvGraphicFramePr/>
          <p:nvPr>
            <p:extLst>
              <p:ext uri="{D42A27DB-BD31-4B8C-83A1-F6EECF244321}">
                <p14:modId xmlns:p14="http://schemas.microsoft.com/office/powerpoint/2010/main" val="1924051827"/>
              </p:ext>
            </p:extLst>
          </p:nvPr>
        </p:nvGraphicFramePr>
        <p:xfrm>
          <a:off x="4744705" y="899910"/>
          <a:ext cx="6978664" cy="21817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8071827" y="3612212"/>
            <a:ext cx="611001" cy="369332"/>
          </a:xfrm>
          <a:prstGeom prst="rect">
            <a:avLst/>
          </a:prstGeom>
          <a:noFill/>
        </p:spPr>
        <p:txBody>
          <a:bodyPr wrap="none" rtlCol="0">
            <a:spAutoFit/>
          </a:bodyPr>
          <a:lstStyle/>
          <a:p>
            <a:r>
              <a:rPr lang="en-US" dirty="0" smtClean="0"/>
              <a:t>SW1</a:t>
            </a:r>
            <a:endParaRPr lang="en-US" dirty="0"/>
          </a:p>
        </p:txBody>
      </p:sp>
    </p:spTree>
    <p:extLst>
      <p:ext uri="{BB962C8B-B14F-4D97-AF65-F5344CB8AC3E}">
        <p14:creationId xmlns:p14="http://schemas.microsoft.com/office/powerpoint/2010/main" val="17931499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7919" y="399044"/>
            <a:ext cx="6050668" cy="2862322"/>
          </a:xfrm>
          <a:prstGeom prst="rect">
            <a:avLst/>
          </a:prstGeom>
          <a:noFill/>
        </p:spPr>
        <p:txBody>
          <a:bodyPr wrap="square" rtlCol="0">
            <a:spAutoFit/>
          </a:bodyPr>
          <a:lstStyle/>
          <a:p>
            <a:r>
              <a:rPr lang="en-US" dirty="0" smtClean="0"/>
              <a:t>SW2(config)#interface range fastEthernet 0/2-3</a:t>
            </a:r>
          </a:p>
          <a:p>
            <a:r>
              <a:rPr lang="en-US" dirty="0" smtClean="0"/>
              <a:t>SW2(config-if-range)#switchport mode access </a:t>
            </a:r>
          </a:p>
          <a:p>
            <a:r>
              <a:rPr lang="en-US" dirty="0" smtClean="0"/>
              <a:t>SW2(config-if-range)#switchport access vlan 10</a:t>
            </a:r>
          </a:p>
          <a:p>
            <a:r>
              <a:rPr lang="en-US" dirty="0" smtClean="0"/>
              <a:t>SW2(config-if-range)#exit</a:t>
            </a:r>
          </a:p>
          <a:p>
            <a:endParaRPr lang="en-US" dirty="0" smtClean="0"/>
          </a:p>
          <a:p>
            <a:r>
              <a:rPr lang="en-US" dirty="0" smtClean="0"/>
              <a:t>SW2(config)#interface range fastEthernet 0/4-5</a:t>
            </a:r>
          </a:p>
          <a:p>
            <a:r>
              <a:rPr lang="en-US" dirty="0" smtClean="0"/>
              <a:t>SW2(config-if-range)#switchport mode access </a:t>
            </a:r>
          </a:p>
          <a:p>
            <a:r>
              <a:rPr lang="en-US" dirty="0" smtClean="0"/>
              <a:t>SW2(config-if-range)#switchport access vlan 20</a:t>
            </a:r>
          </a:p>
          <a:p>
            <a:endParaRPr lang="en-US" dirty="0" smtClean="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919" y="3126804"/>
            <a:ext cx="6832187" cy="343991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Rectangle 5"/>
          <p:cNvSpPr/>
          <p:nvPr/>
        </p:nvSpPr>
        <p:spPr>
          <a:xfrm>
            <a:off x="6229611" y="399044"/>
            <a:ext cx="6096000" cy="2616101"/>
          </a:xfrm>
          <a:prstGeom prst="rect">
            <a:avLst/>
          </a:prstGeom>
        </p:spPr>
        <p:txBody>
          <a:bodyPr>
            <a:spAutoFit/>
          </a:bodyPr>
          <a:lstStyle/>
          <a:p>
            <a:r>
              <a:rPr lang="en-US" dirty="0"/>
              <a:t>SW2(config-if-range)#interface range fastEthernet 0/6-7</a:t>
            </a:r>
          </a:p>
          <a:p>
            <a:r>
              <a:rPr lang="en-US" dirty="0"/>
              <a:t>SW2(config-if-range)#switchport mode access </a:t>
            </a:r>
          </a:p>
          <a:p>
            <a:r>
              <a:rPr lang="en-US" dirty="0"/>
              <a:t>SW2(config-if-range)#switchport access vlan 30</a:t>
            </a:r>
          </a:p>
          <a:p>
            <a:r>
              <a:rPr lang="en-US" dirty="0"/>
              <a:t>SW2(config-if-range)#exit</a:t>
            </a:r>
          </a:p>
          <a:p>
            <a:endParaRPr lang="en-US" dirty="0"/>
          </a:p>
          <a:p>
            <a:r>
              <a:rPr lang="en-US" sz="2000" b="1" i="1" dirty="0"/>
              <a:t>#Set Trunk :</a:t>
            </a:r>
          </a:p>
          <a:p>
            <a:r>
              <a:rPr lang="en-US" dirty="0"/>
              <a:t>SW2(config)#interface fastEthernet 0/1</a:t>
            </a:r>
          </a:p>
          <a:p>
            <a:r>
              <a:rPr lang="en-US" dirty="0"/>
              <a:t>SW2(config-if)#switchport mode trunk </a:t>
            </a:r>
          </a:p>
          <a:p>
            <a:r>
              <a:rPr lang="en-US" dirty="0"/>
              <a:t>SW2(config-if)#switchport trunk allowed vlan 10,20,30</a:t>
            </a:r>
          </a:p>
        </p:txBody>
      </p:sp>
      <p:graphicFrame>
        <p:nvGraphicFramePr>
          <p:cNvPr id="8" name="Diagram 7"/>
          <p:cNvGraphicFramePr/>
          <p:nvPr>
            <p:extLst>
              <p:ext uri="{D42A27DB-BD31-4B8C-83A1-F6EECF244321}">
                <p14:modId xmlns:p14="http://schemas.microsoft.com/office/powerpoint/2010/main" val="2054990162"/>
              </p:ext>
            </p:extLst>
          </p:nvPr>
        </p:nvGraphicFramePr>
        <p:xfrm>
          <a:off x="7620000" y="3519814"/>
          <a:ext cx="4572000" cy="2481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 name="Straight Connector 2"/>
          <p:cNvCxnSpPr/>
          <p:nvPr/>
        </p:nvCxnSpPr>
        <p:spPr>
          <a:xfrm>
            <a:off x="5987441" y="588723"/>
            <a:ext cx="0" cy="22421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65244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5086" y="1286477"/>
            <a:ext cx="8374743" cy="5724644"/>
          </a:xfrm>
          <a:prstGeom prst="rect">
            <a:avLst/>
          </a:prstGeom>
          <a:noFill/>
        </p:spPr>
        <p:txBody>
          <a:bodyPr wrap="square" rtlCol="0">
            <a:spAutoFit/>
          </a:bodyPr>
          <a:lstStyle/>
          <a:p>
            <a:r>
              <a:rPr lang="en-US" sz="2000" b="1" i="1" smtClean="0"/>
              <a:t>#Basic Config :</a:t>
            </a:r>
          </a:p>
          <a:p>
            <a:r>
              <a:rPr lang="en-US" smtClean="0"/>
              <a:t>Router&gt;enable</a:t>
            </a:r>
          </a:p>
          <a:p>
            <a:r>
              <a:rPr lang="en-US" smtClean="0"/>
              <a:t>Router#config terminal</a:t>
            </a:r>
          </a:p>
          <a:p>
            <a:r>
              <a:rPr lang="en-US" smtClean="0"/>
              <a:t>Router(config)#hostname DHAKA</a:t>
            </a:r>
          </a:p>
          <a:p>
            <a:r>
              <a:rPr lang="en-US" smtClean="0"/>
              <a:t>DHAKA(config)#no ip domain-lookup </a:t>
            </a:r>
          </a:p>
          <a:p>
            <a:r>
              <a:rPr lang="en-US" smtClean="0"/>
              <a:t>DHAKA(config)#line console 0</a:t>
            </a:r>
          </a:p>
          <a:p>
            <a:r>
              <a:rPr lang="en-US" smtClean="0"/>
              <a:t>DHAKA(config-line)#exec-timeout 0</a:t>
            </a:r>
          </a:p>
          <a:p>
            <a:r>
              <a:rPr lang="en-US" smtClean="0"/>
              <a:t>DHAKA(config-line)#exit</a:t>
            </a:r>
          </a:p>
          <a:p>
            <a:endParaRPr lang="en-US" smtClean="0"/>
          </a:p>
          <a:p>
            <a:endParaRPr lang="en-US" smtClean="0"/>
          </a:p>
          <a:p>
            <a:r>
              <a:rPr lang="en-US" sz="2000" b="1" i="1" smtClean="0"/>
              <a:t>#Give IP in Interface :</a:t>
            </a:r>
          </a:p>
          <a:p>
            <a:r>
              <a:rPr lang="en-US" smtClean="0"/>
              <a:t>DHAKA(config)#interface gigabitEthernet 0/0</a:t>
            </a:r>
          </a:p>
          <a:p>
            <a:r>
              <a:rPr lang="en-US" smtClean="0"/>
              <a:t>DHAKA(config-if)#no shutdown</a:t>
            </a:r>
          </a:p>
          <a:p>
            <a:r>
              <a:rPr lang="en-US" smtClean="0"/>
              <a:t>DHAKA(config-if)#ip address 10.10.10.1 255.255.255.252</a:t>
            </a:r>
          </a:p>
          <a:p>
            <a:endParaRPr lang="en-US" smtClean="0"/>
          </a:p>
          <a:p>
            <a:r>
              <a:rPr lang="en-US" sz="2000" b="1" i="1" smtClean="0"/>
              <a:t>#Set Static route for LAN Network :</a:t>
            </a:r>
          </a:p>
          <a:p>
            <a:r>
              <a:rPr lang="en-US" smtClean="0"/>
              <a:t>DHAKA(config)#ip route 192.168.10.0 255.255.255.0 10.10.10.2</a:t>
            </a:r>
          </a:p>
          <a:p>
            <a:r>
              <a:rPr lang="en-US" smtClean="0"/>
              <a:t>DHAKA(config)#ip route 192.168.20.0 255.255.255.0 10.10.10.2</a:t>
            </a:r>
          </a:p>
          <a:p>
            <a:r>
              <a:rPr lang="en-US" smtClean="0"/>
              <a:t>DHAKA(config)#ip route 192.168.30.0 255.255.255.0 10.10.10.2</a:t>
            </a:r>
          </a:p>
          <a:p>
            <a:endParaRPr lang="en-US" dirty="0"/>
          </a:p>
        </p:txBody>
      </p:sp>
      <p:sp>
        <p:nvSpPr>
          <p:cNvPr id="6" name="Rectangle 5"/>
          <p:cNvSpPr/>
          <p:nvPr/>
        </p:nvSpPr>
        <p:spPr>
          <a:xfrm>
            <a:off x="595086" y="1"/>
            <a:ext cx="5643596" cy="707886"/>
          </a:xfrm>
          <a:prstGeom prst="rect">
            <a:avLst/>
          </a:prstGeom>
        </p:spPr>
        <p:txBody>
          <a:bodyPr wrap="none">
            <a:spAutoFit/>
          </a:bodyPr>
          <a:lstStyle/>
          <a:p>
            <a:r>
              <a:rPr lang="en-US" sz="4000" b="1" i="1" u="sng" dirty="0">
                <a:solidFill>
                  <a:srgbClr val="FF0000"/>
                </a:solidFill>
              </a:rPr>
              <a:t>Dhaka Router Command :</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6276" r="8766"/>
          <a:stretch/>
        </p:blipFill>
        <p:spPr>
          <a:xfrm>
            <a:off x="4238171" y="707887"/>
            <a:ext cx="7720106" cy="3689942"/>
          </a:xfrm>
          <a:prstGeom prst="rect">
            <a:avLst/>
          </a:prstGeom>
          <a:ln>
            <a:noFill/>
          </a:ln>
          <a:effectLst>
            <a:outerShdw blurRad="190500" algn="tl" rotWithShape="0">
              <a:srgbClr val="000000">
                <a:alpha val="70000"/>
              </a:srgbClr>
            </a:outerShdw>
          </a:effectLst>
        </p:spPr>
      </p:pic>
      <p:graphicFrame>
        <p:nvGraphicFramePr>
          <p:cNvPr id="5" name="Diagram 4"/>
          <p:cNvGraphicFramePr/>
          <p:nvPr>
            <p:extLst>
              <p:ext uri="{D42A27DB-BD31-4B8C-83A1-F6EECF244321}">
                <p14:modId xmlns:p14="http://schemas.microsoft.com/office/powerpoint/2010/main" val="3326342786"/>
              </p:ext>
            </p:extLst>
          </p:nvPr>
        </p:nvGraphicFramePr>
        <p:xfrm>
          <a:off x="6691086" y="4572698"/>
          <a:ext cx="5384800" cy="2031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10483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4100" y="-55285"/>
            <a:ext cx="10515600" cy="1325563"/>
          </a:xfrm>
        </p:spPr>
        <p:txBody>
          <a:bodyPr/>
          <a:lstStyle/>
          <a:p>
            <a:r>
              <a:rPr lang="en-US" b="1" dirty="0" smtClean="0"/>
              <a:t>CUMILLA BRANCH:</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4100" y="918635"/>
            <a:ext cx="9714239" cy="5939365"/>
          </a:xfrm>
        </p:spPr>
      </p:pic>
      <p:sp>
        <p:nvSpPr>
          <p:cNvPr id="5" name="TextBox 4"/>
          <p:cNvSpPr txBox="1"/>
          <p:nvPr/>
        </p:nvSpPr>
        <p:spPr>
          <a:xfrm>
            <a:off x="6183086" y="2496457"/>
            <a:ext cx="952120" cy="584775"/>
          </a:xfrm>
          <a:prstGeom prst="rect">
            <a:avLst/>
          </a:prstGeom>
          <a:noFill/>
        </p:spPr>
        <p:txBody>
          <a:bodyPr wrap="none" rtlCol="0">
            <a:spAutoFit/>
          </a:bodyPr>
          <a:lstStyle/>
          <a:p>
            <a:r>
              <a:rPr lang="en-US" sz="3200" b="1" i="1" dirty="0" smtClean="0"/>
              <a:t>SW3</a:t>
            </a:r>
            <a:endParaRPr lang="en-US" sz="3200" b="1" i="1" dirty="0"/>
          </a:p>
        </p:txBody>
      </p:sp>
      <p:sp>
        <p:nvSpPr>
          <p:cNvPr id="6" name="TextBox 5"/>
          <p:cNvSpPr txBox="1"/>
          <p:nvPr/>
        </p:nvSpPr>
        <p:spPr>
          <a:xfrm>
            <a:off x="6183086" y="977891"/>
            <a:ext cx="1728358" cy="584775"/>
          </a:xfrm>
          <a:prstGeom prst="rect">
            <a:avLst/>
          </a:prstGeom>
          <a:noFill/>
        </p:spPr>
        <p:txBody>
          <a:bodyPr wrap="none" rtlCol="0">
            <a:spAutoFit/>
          </a:bodyPr>
          <a:lstStyle/>
          <a:p>
            <a:r>
              <a:rPr lang="en-US" sz="3200" b="1" i="1" dirty="0" smtClean="0"/>
              <a:t>CUMILLA</a:t>
            </a:r>
            <a:endParaRPr lang="en-US" sz="3200" b="1" i="1" dirty="0"/>
          </a:p>
        </p:txBody>
      </p:sp>
    </p:spTree>
    <p:extLst>
      <p:ext uri="{BB962C8B-B14F-4D97-AF65-F5344CB8AC3E}">
        <p14:creationId xmlns:p14="http://schemas.microsoft.com/office/powerpoint/2010/main" val="42818018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Cumilla Branch Work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Switch: </a:t>
            </a:r>
            <a:r>
              <a:rPr sz="2000">
                <a:solidFill>
                  <a:srgbClr val="FFFFFF"/>
                </a:solidFill>
              </a:rPr>
              <a:t>SW3 has VLAN 10 (Accounts), VLAN 20 (Marketing) and VLAN 30 (IT). Its trunk goes to the router.</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Router: </a:t>
            </a:r>
            <a:r>
              <a:rPr sz="2000">
                <a:solidFill>
                  <a:srgbClr val="FFFFFF"/>
                </a:solidFill>
              </a:rPr>
              <a:t>The CUMILLA router uses router-on-a-stick. One cable carries all 3 VLANs with 3 sub-interfaces.</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DHCP: </a:t>
            </a:r>
            <a:r>
              <a:rPr sz="2000">
                <a:solidFill>
                  <a:srgbClr val="FFFFFF"/>
                </a:solidFill>
              </a:rPr>
              <a:t>The router is the DHCP server. Each VLAN has its own pool, and the first IPs are kept for devices.</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Internet: </a:t>
            </a:r>
            <a:r>
              <a:rPr sz="2000">
                <a:solidFill>
                  <a:srgbClr val="FFFFFF"/>
                </a:solidFill>
              </a:rPr>
              <a:t>NAT (PAT) and a default route to ISP_C give internet access to the branch.</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Extra: </a:t>
            </a:r>
            <a:r>
              <a:rPr sz="2000">
                <a:solidFill>
                  <a:srgbClr val="FFFFFF"/>
                </a:solidFill>
              </a:rPr>
              <a:t>A GRE tunnel to Dhaka, OSPF, and SSH for safe remote login to the router.</a:t>
            </a:r>
          </a:p>
        </p:txBody>
      </p:sp>
    </p:spTree>
    <p:extLst>
      <p:ext uri="{BB962C8B-B14F-4D97-AF65-F5344CB8AC3E}">
        <p14:creationId xmlns:p14="http://schemas.microsoft.com/office/powerpoint/2010/main" val="17599219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685" y="-157389"/>
            <a:ext cx="10515600" cy="1325563"/>
          </a:xfrm>
        </p:spPr>
        <p:txBody>
          <a:bodyPr>
            <a:normAutofit/>
          </a:bodyPr>
          <a:lstStyle/>
          <a:p>
            <a:r>
              <a:rPr lang="en-US" sz="4000" b="1" u="sng" dirty="0" smtClean="0">
                <a:solidFill>
                  <a:srgbClr val="FF0000"/>
                </a:solidFill>
              </a:rPr>
              <a:t>SW 3 Command :</a:t>
            </a:r>
            <a:endParaRPr lang="en-US" sz="4000" b="1" u="sng" dirty="0">
              <a:solidFill>
                <a:srgbClr val="FF0000"/>
              </a:solidFill>
            </a:endParaRPr>
          </a:p>
        </p:txBody>
      </p:sp>
      <p:sp>
        <p:nvSpPr>
          <p:cNvPr id="4" name="TextBox 3"/>
          <p:cNvSpPr txBox="1"/>
          <p:nvPr/>
        </p:nvSpPr>
        <p:spPr>
          <a:xfrm>
            <a:off x="566057" y="948690"/>
            <a:ext cx="5689600" cy="5970865"/>
          </a:xfrm>
          <a:prstGeom prst="rect">
            <a:avLst/>
          </a:prstGeom>
          <a:noFill/>
        </p:spPr>
        <p:txBody>
          <a:bodyPr wrap="square" rtlCol="0">
            <a:spAutoFit/>
          </a:bodyPr>
          <a:lstStyle/>
          <a:p>
            <a:r>
              <a:rPr lang="en-US" sz="2000" b="1" i="1" dirty="0" smtClean="0"/>
              <a:t>#Basic Setup :</a:t>
            </a:r>
          </a:p>
          <a:p>
            <a:r>
              <a:rPr lang="en-US" dirty="0" smtClean="0"/>
              <a:t>Switch&gt;enable</a:t>
            </a:r>
          </a:p>
          <a:p>
            <a:r>
              <a:rPr lang="en-US" dirty="0" smtClean="0"/>
              <a:t>Switch#configure terminal</a:t>
            </a:r>
          </a:p>
          <a:p>
            <a:r>
              <a:rPr lang="en-US" dirty="0" smtClean="0"/>
              <a:t>Switch(config)#hostname Sw3</a:t>
            </a:r>
          </a:p>
          <a:p>
            <a:r>
              <a:rPr lang="en-US" dirty="0" smtClean="0"/>
              <a:t>Sw3(config)#no ip domain-lookup </a:t>
            </a:r>
          </a:p>
          <a:p>
            <a:r>
              <a:rPr lang="en-US" dirty="0" smtClean="0"/>
              <a:t>Sw3(config)#line console 0</a:t>
            </a:r>
          </a:p>
          <a:p>
            <a:r>
              <a:rPr lang="en-US" dirty="0" smtClean="0"/>
              <a:t>Sw3(config-line)#exec-timeout 0</a:t>
            </a:r>
          </a:p>
          <a:p>
            <a:endParaRPr lang="en-US" dirty="0" smtClean="0"/>
          </a:p>
          <a:p>
            <a:r>
              <a:rPr lang="en-US" sz="2000" b="1" i="1" dirty="0" smtClean="0"/>
              <a:t>#VLAN Create :</a:t>
            </a:r>
          </a:p>
          <a:p>
            <a:r>
              <a:rPr lang="en-US" dirty="0" smtClean="0"/>
              <a:t>Sw3(config)#vlan 10</a:t>
            </a:r>
          </a:p>
          <a:p>
            <a:r>
              <a:rPr lang="en-US" dirty="0" smtClean="0"/>
              <a:t>Sw3(config-vlan)#name Accounts</a:t>
            </a:r>
          </a:p>
          <a:p>
            <a:r>
              <a:rPr lang="en-US" dirty="0" smtClean="0"/>
              <a:t>Sw3(config-vlan)#exit</a:t>
            </a:r>
          </a:p>
          <a:p>
            <a:endParaRPr lang="en-US" dirty="0" smtClean="0"/>
          </a:p>
          <a:p>
            <a:r>
              <a:rPr lang="en-US" dirty="0" smtClean="0"/>
              <a:t>Sw3(config)#vlan 20</a:t>
            </a:r>
          </a:p>
          <a:p>
            <a:r>
              <a:rPr lang="en-US" dirty="0" smtClean="0"/>
              <a:t>Sw3(config-vlan)#name Marketing</a:t>
            </a:r>
          </a:p>
          <a:p>
            <a:r>
              <a:rPr lang="en-US" dirty="0" smtClean="0"/>
              <a:t>Sw3(config-vlan)#exit</a:t>
            </a:r>
          </a:p>
          <a:p>
            <a:endParaRPr lang="en-US" dirty="0" smtClean="0"/>
          </a:p>
          <a:p>
            <a:r>
              <a:rPr lang="en-US" dirty="0" smtClean="0"/>
              <a:t>Sw3(config)#vlan 30</a:t>
            </a:r>
          </a:p>
          <a:p>
            <a:r>
              <a:rPr lang="en-US" dirty="0" smtClean="0"/>
              <a:t>Sw3(config-vlan)#name IT</a:t>
            </a:r>
          </a:p>
          <a:p>
            <a:r>
              <a:rPr lang="en-US" dirty="0" smtClean="0"/>
              <a:t>Sw3(config-vlan)#exit</a:t>
            </a:r>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8953" y="566225"/>
            <a:ext cx="7968276" cy="3629993"/>
          </a:xfrm>
          <a:prstGeom prst="rect">
            <a:avLst/>
          </a:prstGeom>
          <a:ln>
            <a:noFill/>
          </a:ln>
          <a:effectLst>
            <a:outerShdw blurRad="190500" algn="tl" rotWithShape="0">
              <a:srgbClr val="000000">
                <a:alpha val="70000"/>
              </a:srgbClr>
            </a:outerShdw>
          </a:effectLst>
        </p:spPr>
      </p:pic>
      <p:sp>
        <p:nvSpPr>
          <p:cNvPr id="6" name="TextBox 5"/>
          <p:cNvSpPr txBox="1"/>
          <p:nvPr/>
        </p:nvSpPr>
        <p:spPr>
          <a:xfrm>
            <a:off x="8490441" y="798842"/>
            <a:ext cx="611001" cy="369332"/>
          </a:xfrm>
          <a:prstGeom prst="rect">
            <a:avLst/>
          </a:prstGeom>
          <a:noFill/>
        </p:spPr>
        <p:txBody>
          <a:bodyPr wrap="none" rtlCol="0">
            <a:spAutoFit/>
          </a:bodyPr>
          <a:lstStyle/>
          <a:p>
            <a:r>
              <a:rPr lang="en-US" dirty="0" smtClean="0"/>
              <a:t>SW3</a:t>
            </a:r>
            <a:endParaRPr lang="en-US" dirty="0"/>
          </a:p>
        </p:txBody>
      </p:sp>
      <p:graphicFrame>
        <p:nvGraphicFramePr>
          <p:cNvPr id="8" name="Diagram 7"/>
          <p:cNvGraphicFramePr/>
          <p:nvPr>
            <p:extLst>
              <p:ext uri="{D42A27DB-BD31-4B8C-83A1-F6EECF244321}">
                <p14:modId xmlns:p14="http://schemas.microsoft.com/office/powerpoint/2010/main" val="2684915441"/>
              </p:ext>
            </p:extLst>
          </p:nvPr>
        </p:nvGraphicFramePr>
        <p:xfrm>
          <a:off x="4246249" y="4196218"/>
          <a:ext cx="7433684" cy="2285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32144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8412" y="397545"/>
            <a:ext cx="6463430" cy="3693319"/>
          </a:xfrm>
          <a:prstGeom prst="rect">
            <a:avLst/>
          </a:prstGeom>
          <a:noFill/>
        </p:spPr>
        <p:txBody>
          <a:bodyPr wrap="square" rtlCol="0">
            <a:spAutoFit/>
          </a:bodyPr>
          <a:lstStyle/>
          <a:p>
            <a:r>
              <a:rPr lang="en-US" dirty="0" smtClean="0"/>
              <a:t>Sw3(config)#interface range fastEthernet 0/1-4</a:t>
            </a:r>
          </a:p>
          <a:p>
            <a:r>
              <a:rPr lang="en-US" dirty="0" smtClean="0"/>
              <a:t>Sw3(config-if-range)#switchport mode access </a:t>
            </a:r>
          </a:p>
          <a:p>
            <a:r>
              <a:rPr lang="en-US" dirty="0" smtClean="0"/>
              <a:t>Sw3(config-if-range)#switchport access vlan 10</a:t>
            </a:r>
          </a:p>
          <a:p>
            <a:endParaRPr lang="en-US" dirty="0" smtClean="0"/>
          </a:p>
          <a:p>
            <a:r>
              <a:rPr lang="en-US" dirty="0" smtClean="0"/>
              <a:t>Sw3(config-if-range)#interface fastEthernet 0/5-7</a:t>
            </a:r>
          </a:p>
          <a:p>
            <a:r>
              <a:rPr lang="en-US" dirty="0" smtClean="0"/>
              <a:t>Sw3(config-if-range)#switchport mode access </a:t>
            </a:r>
          </a:p>
          <a:p>
            <a:r>
              <a:rPr lang="en-US" dirty="0" smtClean="0"/>
              <a:t>Sw3(config-if-range)#switchport access vlan 20</a:t>
            </a:r>
          </a:p>
          <a:p>
            <a:endParaRPr lang="en-US" dirty="0" smtClean="0"/>
          </a:p>
          <a:p>
            <a:r>
              <a:rPr lang="en-US" dirty="0" smtClean="0"/>
              <a:t>Sw3(config-if-range)#interface range fastEthernet 0/8-11</a:t>
            </a:r>
          </a:p>
          <a:p>
            <a:r>
              <a:rPr lang="en-US" dirty="0" smtClean="0"/>
              <a:t>Sw3(config-if-range)#switchport mode access </a:t>
            </a:r>
          </a:p>
          <a:p>
            <a:r>
              <a:rPr lang="en-US" dirty="0" smtClean="0"/>
              <a:t>Sw3(config-if-range)#switchport access vlan 30</a:t>
            </a:r>
          </a:p>
          <a:p>
            <a:endParaRPr lang="en-US" dirty="0" smtClean="0"/>
          </a:p>
          <a:p>
            <a:endParaRPr lang="en-US" dirty="0"/>
          </a:p>
        </p:txBody>
      </p:sp>
      <p:sp>
        <p:nvSpPr>
          <p:cNvPr id="6" name="Rectangle 5"/>
          <p:cNvSpPr/>
          <p:nvPr/>
        </p:nvSpPr>
        <p:spPr>
          <a:xfrm>
            <a:off x="6096000" y="381731"/>
            <a:ext cx="6096000" cy="1754326"/>
          </a:xfrm>
          <a:prstGeom prst="rect">
            <a:avLst/>
          </a:prstGeom>
        </p:spPr>
        <p:txBody>
          <a:bodyPr>
            <a:spAutoFit/>
          </a:bodyPr>
          <a:lstStyle/>
          <a:p>
            <a:r>
              <a:rPr lang="en-US" b="1" i="1" dirty="0" smtClean="0"/>
              <a:t>#Set </a:t>
            </a:r>
            <a:r>
              <a:rPr lang="en-US" b="1" i="1" dirty="0"/>
              <a:t>Trunk Port :</a:t>
            </a:r>
          </a:p>
          <a:p>
            <a:r>
              <a:rPr lang="en-US" dirty="0"/>
              <a:t>Sw3(config)#interface gigabitEthernet 0/1</a:t>
            </a:r>
          </a:p>
          <a:p>
            <a:r>
              <a:rPr lang="en-US" dirty="0"/>
              <a:t>Sw3(config-if)#switchport mode trunk </a:t>
            </a:r>
          </a:p>
          <a:p>
            <a:r>
              <a:rPr lang="en-US" dirty="0"/>
              <a:t>Sw3(config-if)#switchport trunk allowed vlan 10,20,30</a:t>
            </a:r>
          </a:p>
          <a:p>
            <a:r>
              <a:rPr lang="en-US" dirty="0"/>
              <a:t>Sw3(config-if)#end </a:t>
            </a:r>
          </a:p>
          <a:p>
            <a:r>
              <a:rPr lang="en-US" dirty="0"/>
              <a:t>Sw3#write </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b="7591"/>
          <a:stretch/>
        </p:blipFill>
        <p:spPr>
          <a:xfrm>
            <a:off x="438412" y="3639171"/>
            <a:ext cx="7699312" cy="3049727"/>
          </a:xfrm>
          <a:prstGeom prst="rect">
            <a:avLst/>
          </a:prstGeom>
          <a:ln>
            <a:noFill/>
          </a:ln>
          <a:effectLst>
            <a:outerShdw blurRad="190500" algn="tl" rotWithShape="0">
              <a:srgbClr val="000000">
                <a:alpha val="70000"/>
              </a:srgbClr>
            </a:outerShdw>
          </a:effectLst>
        </p:spPr>
      </p:pic>
      <p:graphicFrame>
        <p:nvGraphicFramePr>
          <p:cNvPr id="9" name="Diagram 8"/>
          <p:cNvGraphicFramePr/>
          <p:nvPr>
            <p:extLst>
              <p:ext uri="{D42A27DB-BD31-4B8C-83A1-F6EECF244321}">
                <p14:modId xmlns:p14="http://schemas.microsoft.com/office/powerpoint/2010/main" val="3474827750"/>
              </p:ext>
            </p:extLst>
          </p:nvPr>
        </p:nvGraphicFramePr>
        <p:xfrm>
          <a:off x="8425841" y="3267417"/>
          <a:ext cx="3766159" cy="2594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1" name="Straight Arrow Connector 10"/>
          <p:cNvCxnSpPr/>
          <p:nvPr/>
        </p:nvCxnSpPr>
        <p:spPr>
          <a:xfrm flipH="1" flipV="1">
            <a:off x="4593432" y="3695700"/>
            <a:ext cx="3866157" cy="1326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7" idx="0"/>
          </p:cNvCxnSpPr>
          <p:nvPr/>
        </p:nvCxnSpPr>
        <p:spPr>
          <a:xfrm>
            <a:off x="4288068" y="3639171"/>
            <a:ext cx="3244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7" idx="0"/>
          </p:cNvCxnSpPr>
          <p:nvPr/>
        </p:nvCxnSpPr>
        <p:spPr>
          <a:xfrm>
            <a:off x="4288068" y="3639171"/>
            <a:ext cx="0" cy="1422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4277404" y="3775077"/>
            <a:ext cx="335077" cy="63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612481" y="3635999"/>
            <a:ext cx="0" cy="154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5937337" y="576197"/>
            <a:ext cx="0" cy="137786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5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285" y="87682"/>
            <a:ext cx="10515600" cy="1325563"/>
          </a:xfrm>
        </p:spPr>
        <p:txBody>
          <a:bodyPr>
            <a:normAutofit/>
          </a:bodyPr>
          <a:lstStyle/>
          <a:p>
            <a:r>
              <a:rPr lang="en-US" sz="4000" b="1" u="sng" dirty="0" smtClean="0">
                <a:solidFill>
                  <a:srgbClr val="FF0000"/>
                </a:solidFill>
              </a:rPr>
              <a:t>CUMILLA Router Command:</a:t>
            </a:r>
            <a:endParaRPr lang="en-US" sz="4000" b="1" u="sng" dirty="0">
              <a:solidFill>
                <a:srgbClr val="FF0000"/>
              </a:solidFill>
            </a:endParaRPr>
          </a:p>
        </p:txBody>
      </p:sp>
      <p:sp>
        <p:nvSpPr>
          <p:cNvPr id="4" name="TextBox 3"/>
          <p:cNvSpPr txBox="1"/>
          <p:nvPr/>
        </p:nvSpPr>
        <p:spPr>
          <a:xfrm>
            <a:off x="290285" y="1325563"/>
            <a:ext cx="6386286" cy="4308872"/>
          </a:xfrm>
          <a:prstGeom prst="rect">
            <a:avLst/>
          </a:prstGeom>
          <a:noFill/>
        </p:spPr>
        <p:txBody>
          <a:bodyPr wrap="square" rtlCol="0">
            <a:spAutoFit/>
          </a:bodyPr>
          <a:lstStyle/>
          <a:p>
            <a:r>
              <a:rPr lang="en-US" sz="2000" b="1" i="1" dirty="0" smtClean="0"/>
              <a:t>#Basic Setup :</a:t>
            </a:r>
          </a:p>
          <a:p>
            <a:r>
              <a:rPr lang="en-US" dirty="0" smtClean="0"/>
              <a:t>Router&gt;enable</a:t>
            </a:r>
          </a:p>
          <a:p>
            <a:r>
              <a:rPr lang="en-US" dirty="0" smtClean="0"/>
              <a:t>Router#configure terminal </a:t>
            </a:r>
          </a:p>
          <a:p>
            <a:r>
              <a:rPr lang="en-US" dirty="0" smtClean="0"/>
              <a:t>Router(config)#hostname CUMILLA</a:t>
            </a:r>
          </a:p>
          <a:p>
            <a:r>
              <a:rPr lang="en-US" dirty="0" smtClean="0"/>
              <a:t>CUMILLA(config)#no ip domain-lookup </a:t>
            </a:r>
          </a:p>
          <a:p>
            <a:r>
              <a:rPr lang="en-US" dirty="0" smtClean="0"/>
              <a:t>CUMILLA(config)#line console 0</a:t>
            </a:r>
          </a:p>
          <a:p>
            <a:r>
              <a:rPr lang="en-US" dirty="0" smtClean="0"/>
              <a:t>CUMILLA(config-line)#exec-timeout 0</a:t>
            </a:r>
          </a:p>
          <a:p>
            <a:r>
              <a:rPr lang="en-US" dirty="0" smtClean="0"/>
              <a:t>CUMILLA(config-line)#exit</a:t>
            </a:r>
          </a:p>
          <a:p>
            <a:endParaRPr lang="en-US" dirty="0" smtClean="0"/>
          </a:p>
          <a:p>
            <a:r>
              <a:rPr lang="en-US" sz="2000" b="1" i="1" dirty="0" smtClean="0"/>
              <a:t>#Config Interface :</a:t>
            </a:r>
          </a:p>
          <a:p>
            <a:r>
              <a:rPr lang="en-US" dirty="0" smtClean="0"/>
              <a:t>CUMILLA(config)#interface gigabitEthernet 0/0</a:t>
            </a:r>
          </a:p>
          <a:p>
            <a:r>
              <a:rPr lang="en-US" dirty="0" smtClean="0"/>
              <a:t>CUMILLA(config-if)#no shutdown</a:t>
            </a:r>
          </a:p>
          <a:p>
            <a:r>
              <a:rPr lang="en-US" dirty="0" smtClean="0"/>
              <a:t>CUMILLA(config-if)#exit</a:t>
            </a:r>
          </a:p>
          <a:p>
            <a:endParaRPr lang="en-US" dirty="0" smtClean="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6571" y="4103432"/>
            <a:ext cx="2410161" cy="1228896"/>
          </a:xfrm>
          <a:prstGeom prst="rect">
            <a:avLst/>
          </a:prstGeom>
          <a:ln>
            <a:noFill/>
          </a:ln>
          <a:effectLst>
            <a:outerShdw blurRad="190500" algn="tl" rotWithShape="0">
              <a:srgbClr val="000000">
                <a:alpha val="70000"/>
              </a:srgbClr>
            </a:outerShdw>
          </a:effectLst>
        </p:spPr>
      </p:pic>
      <p:graphicFrame>
        <p:nvGraphicFramePr>
          <p:cNvPr id="6" name="Diagram 5"/>
          <p:cNvGraphicFramePr/>
          <p:nvPr>
            <p:extLst>
              <p:ext uri="{D42A27DB-BD31-4B8C-83A1-F6EECF244321}">
                <p14:modId xmlns:p14="http://schemas.microsoft.com/office/powerpoint/2010/main" val="2254241826"/>
              </p:ext>
            </p:extLst>
          </p:nvPr>
        </p:nvGraphicFramePr>
        <p:xfrm>
          <a:off x="5003653" y="1151202"/>
          <a:ext cx="6875196" cy="23287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80699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3936" y="117674"/>
            <a:ext cx="6096000" cy="3170099"/>
          </a:xfrm>
          <a:prstGeom prst="rect">
            <a:avLst/>
          </a:prstGeom>
          <a:noFill/>
        </p:spPr>
        <p:txBody>
          <a:bodyPr wrap="square" rtlCol="0">
            <a:spAutoFit/>
          </a:bodyPr>
          <a:lstStyle/>
          <a:p>
            <a:r>
              <a:rPr lang="en-US" sz="2000" b="1" i="1" dirty="0" smtClean="0"/>
              <a:t>#Create Sub Interface :</a:t>
            </a:r>
          </a:p>
          <a:p>
            <a:r>
              <a:rPr lang="en-US" dirty="0" smtClean="0"/>
              <a:t>CUMILLA(config)#interface gigabitEthernet 0/0.10</a:t>
            </a:r>
          </a:p>
          <a:p>
            <a:r>
              <a:rPr lang="en-US" dirty="0" smtClean="0"/>
              <a:t>CUMILLA(config-subif)#encapsulation dot1Q 10</a:t>
            </a:r>
          </a:p>
          <a:p>
            <a:r>
              <a:rPr lang="en-US" dirty="0" smtClean="0"/>
              <a:t>CUMILLA(config-subif)#ip address 192.168.50.1 255.255.255.0</a:t>
            </a:r>
          </a:p>
          <a:p>
            <a:r>
              <a:rPr lang="en-US" dirty="0" smtClean="0"/>
              <a:t>CUMILLA(config-subif)#exit</a:t>
            </a:r>
          </a:p>
          <a:p>
            <a:endParaRPr lang="en-US" dirty="0" smtClean="0"/>
          </a:p>
          <a:p>
            <a:r>
              <a:rPr lang="en-US" dirty="0" smtClean="0"/>
              <a:t>CUMILLA(config)#interface gigabitEthernet 0/0.20</a:t>
            </a:r>
          </a:p>
          <a:p>
            <a:r>
              <a:rPr lang="en-US" dirty="0" smtClean="0"/>
              <a:t>CUMILLA(config-subif)#encapsulation dot1Q 20</a:t>
            </a:r>
          </a:p>
          <a:p>
            <a:r>
              <a:rPr lang="en-US" dirty="0" smtClean="0"/>
              <a:t>CUMILLA(config-subif)#ip address 192.168.60.1 255.255.255.0</a:t>
            </a:r>
          </a:p>
          <a:p>
            <a:r>
              <a:rPr lang="en-US" dirty="0" smtClean="0"/>
              <a:t>CUMILLA(config-subif)#exit</a:t>
            </a:r>
          </a:p>
          <a:p>
            <a:endParaRPr lang="en-US"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600" y="3114098"/>
            <a:ext cx="6613742" cy="3743902"/>
          </a:xfrm>
          <a:prstGeom prst="rect">
            <a:avLst/>
          </a:prstGeom>
          <a:ln>
            <a:noFill/>
          </a:ln>
          <a:effectLst>
            <a:outerShdw blurRad="190500" algn="tl" rotWithShape="0">
              <a:srgbClr val="000000">
                <a:alpha val="70000"/>
              </a:srgbClr>
            </a:outerShdw>
          </a:effectLst>
        </p:spPr>
      </p:pic>
      <p:sp>
        <p:nvSpPr>
          <p:cNvPr id="4" name="Rectangle 3"/>
          <p:cNvSpPr/>
          <p:nvPr/>
        </p:nvSpPr>
        <p:spPr>
          <a:xfrm>
            <a:off x="7236862" y="325603"/>
            <a:ext cx="5389374" cy="1754326"/>
          </a:xfrm>
          <a:prstGeom prst="rect">
            <a:avLst/>
          </a:prstGeom>
        </p:spPr>
        <p:txBody>
          <a:bodyPr wrap="square">
            <a:spAutoFit/>
          </a:bodyPr>
          <a:lstStyle/>
          <a:p>
            <a:r>
              <a:rPr lang="en-US" dirty="0"/>
              <a:t>CUMILLA(config)#interface gigabitEthernet 0/0.30</a:t>
            </a:r>
          </a:p>
          <a:p>
            <a:r>
              <a:rPr lang="en-US" dirty="0"/>
              <a:t>CUMILLA(config-subif)#encapsulation dot1Q 30</a:t>
            </a:r>
          </a:p>
          <a:p>
            <a:r>
              <a:rPr lang="en-US" dirty="0"/>
              <a:t>CUMILLA(config-subif)#ip address 192.168.70.1 255.255.255.0</a:t>
            </a:r>
          </a:p>
          <a:p>
            <a:r>
              <a:rPr lang="en-US" dirty="0"/>
              <a:t>CUMILLA(config-subif)#exit</a:t>
            </a:r>
          </a:p>
          <a:p>
            <a:endParaRPr lang="en-US" dirty="0"/>
          </a:p>
        </p:txBody>
      </p:sp>
      <p:cxnSp>
        <p:nvCxnSpPr>
          <p:cNvPr id="7" name="Straight Connector 6"/>
          <p:cNvCxnSpPr/>
          <p:nvPr/>
        </p:nvCxnSpPr>
        <p:spPr>
          <a:xfrm>
            <a:off x="6995687" y="413359"/>
            <a:ext cx="0" cy="130270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9" name="Diagram 8"/>
          <p:cNvGraphicFramePr/>
          <p:nvPr>
            <p:extLst>
              <p:ext uri="{D42A27DB-BD31-4B8C-83A1-F6EECF244321}">
                <p14:modId xmlns:p14="http://schemas.microsoft.com/office/powerpoint/2010/main" val="513255133"/>
              </p:ext>
            </p:extLst>
          </p:nvPr>
        </p:nvGraphicFramePr>
        <p:xfrm>
          <a:off x="7145006" y="3429372"/>
          <a:ext cx="4955138" cy="2933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27825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6398" y="377371"/>
            <a:ext cx="6183087" cy="6801862"/>
          </a:xfrm>
          <a:prstGeom prst="rect">
            <a:avLst/>
          </a:prstGeom>
          <a:noFill/>
        </p:spPr>
        <p:txBody>
          <a:bodyPr wrap="square" rtlCol="0">
            <a:spAutoFit/>
          </a:bodyPr>
          <a:lstStyle/>
          <a:p>
            <a:r>
              <a:rPr lang="en-US" sz="2000" b="1" i="1" dirty="0" smtClean="0"/>
              <a:t>#Dhcp pool for VLAN 10 : </a:t>
            </a:r>
          </a:p>
          <a:p>
            <a:r>
              <a:rPr lang="en-US" dirty="0" smtClean="0"/>
              <a:t>CUMILLA(config)#ip dhcp pool vlan10</a:t>
            </a:r>
          </a:p>
          <a:p>
            <a:r>
              <a:rPr lang="en-US" dirty="0" smtClean="0"/>
              <a:t>CUMILLA(dhcp-config)#network 192.168.50.0 255.255.255.0</a:t>
            </a:r>
          </a:p>
          <a:p>
            <a:r>
              <a:rPr lang="en-US" dirty="0" smtClean="0"/>
              <a:t>CUMILLA(dhcp-config)#default-router 192.168.50.1</a:t>
            </a:r>
          </a:p>
          <a:p>
            <a:r>
              <a:rPr lang="en-US" dirty="0" smtClean="0"/>
              <a:t>CUMILLA(dhcp-config)#dns-server 8.8.8.8</a:t>
            </a:r>
          </a:p>
          <a:p>
            <a:r>
              <a:rPr lang="en-US" dirty="0" smtClean="0"/>
              <a:t>CUMILLA(dhcp-config)#exit</a:t>
            </a:r>
          </a:p>
          <a:p>
            <a:endParaRPr lang="en-US" dirty="0" smtClean="0"/>
          </a:p>
          <a:p>
            <a:r>
              <a:rPr lang="en-US" sz="2000" b="1" i="1" dirty="0" smtClean="0"/>
              <a:t>#Dhcp pool for VLAN 20 :</a:t>
            </a:r>
          </a:p>
          <a:p>
            <a:r>
              <a:rPr lang="en-US" dirty="0" smtClean="0"/>
              <a:t>CUMILLA(config)#ip dhcp pool vlan20</a:t>
            </a:r>
          </a:p>
          <a:p>
            <a:r>
              <a:rPr lang="en-US" dirty="0" smtClean="0"/>
              <a:t>CUMILLA(dhcp-config)#network 192.168.60.0 255.255.255.0</a:t>
            </a:r>
          </a:p>
          <a:p>
            <a:r>
              <a:rPr lang="en-US" dirty="0" smtClean="0"/>
              <a:t>CUMILLA(dhcp-config)#default-router 192.168.60.1</a:t>
            </a:r>
          </a:p>
          <a:p>
            <a:r>
              <a:rPr lang="en-US" dirty="0" smtClean="0"/>
              <a:t>CUMILLA(dhcp-config)#dns-server 8.8.8.8</a:t>
            </a:r>
          </a:p>
          <a:p>
            <a:r>
              <a:rPr lang="en-US" dirty="0" smtClean="0"/>
              <a:t>CUMILLA(dhcp-config)#exit</a:t>
            </a:r>
          </a:p>
          <a:p>
            <a:endParaRPr lang="en-US" dirty="0" smtClean="0"/>
          </a:p>
          <a:p>
            <a:r>
              <a:rPr lang="en-US" sz="2000" b="1" i="1" dirty="0" smtClean="0"/>
              <a:t> #Dhcp pool for VLAN 30 :</a:t>
            </a:r>
          </a:p>
          <a:p>
            <a:r>
              <a:rPr lang="en-US" dirty="0" smtClean="0"/>
              <a:t>CUMILLA(config)#ip dhcp pool vlan30</a:t>
            </a:r>
          </a:p>
          <a:p>
            <a:r>
              <a:rPr lang="en-US" dirty="0" smtClean="0"/>
              <a:t>CUMILLA(dhcp-config)#network 192.168.70.0 255.255.255.0</a:t>
            </a:r>
          </a:p>
          <a:p>
            <a:r>
              <a:rPr lang="en-US" dirty="0" smtClean="0"/>
              <a:t>CUMILLA(dhcp-config)#default-router 192.168.70.1</a:t>
            </a:r>
          </a:p>
          <a:p>
            <a:r>
              <a:rPr lang="en-US" dirty="0" smtClean="0"/>
              <a:t>CUMILLA(dhcp-config)#dns-server 8.8.8.8</a:t>
            </a:r>
          </a:p>
          <a:p>
            <a:r>
              <a:rPr lang="en-US" dirty="0" smtClean="0"/>
              <a:t>CUMILLA(dhcp-config)#exit</a:t>
            </a:r>
          </a:p>
          <a:p>
            <a:endParaRPr lang="en-US" dirty="0" smtClean="0"/>
          </a:p>
          <a:p>
            <a:endParaRPr lang="en-US" dirty="0" smtClean="0"/>
          </a:p>
          <a:p>
            <a:endParaRPr lang="en-US" dirty="0" smtClean="0"/>
          </a:p>
          <a:p>
            <a:endParaRPr lang="en-US" dirty="0"/>
          </a:p>
        </p:txBody>
      </p:sp>
      <p:sp>
        <p:nvSpPr>
          <p:cNvPr id="6" name="Rectangle 5"/>
          <p:cNvSpPr/>
          <p:nvPr/>
        </p:nvSpPr>
        <p:spPr>
          <a:xfrm>
            <a:off x="7518399" y="377371"/>
            <a:ext cx="4891315" cy="2062103"/>
          </a:xfrm>
          <a:prstGeom prst="rect">
            <a:avLst/>
          </a:prstGeom>
        </p:spPr>
        <p:txBody>
          <a:bodyPr wrap="square">
            <a:spAutoFit/>
          </a:bodyPr>
          <a:lstStyle/>
          <a:p>
            <a:r>
              <a:rPr lang="en-US" sz="2000" b="1" i="1" dirty="0" smtClean="0"/>
              <a:t> #Exclude IPs:</a:t>
            </a:r>
          </a:p>
          <a:p>
            <a:r>
              <a:rPr lang="en-US" dirty="0" smtClean="0"/>
              <a:t>CUMILLA(config)#ip dhcp excluded-address          192.168.50.1 192.168.50.5</a:t>
            </a:r>
          </a:p>
          <a:p>
            <a:r>
              <a:rPr lang="en-US" dirty="0" smtClean="0"/>
              <a:t>CUMILLA(config)#ip dhcp excluded-address 192.168.60.1 192.168.60.5</a:t>
            </a:r>
          </a:p>
          <a:p>
            <a:r>
              <a:rPr lang="en-US" dirty="0" smtClean="0"/>
              <a:t>CUMILLA(config)#ip dhcp excluded-address 192.168.70.1 192.168.70.5</a:t>
            </a:r>
            <a:endParaRPr lang="en-US" dirty="0"/>
          </a:p>
        </p:txBody>
      </p:sp>
      <p:graphicFrame>
        <p:nvGraphicFramePr>
          <p:cNvPr id="5" name="Diagram 4"/>
          <p:cNvGraphicFramePr/>
          <p:nvPr>
            <p:extLst>
              <p:ext uri="{D42A27DB-BD31-4B8C-83A1-F6EECF244321}">
                <p14:modId xmlns:p14="http://schemas.microsoft.com/office/powerpoint/2010/main" val="299217256"/>
              </p:ext>
            </p:extLst>
          </p:nvPr>
        </p:nvGraphicFramePr>
        <p:xfrm>
          <a:off x="6300592" y="4133589"/>
          <a:ext cx="5891408" cy="25288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Connector 7"/>
          <p:cNvCxnSpPr/>
          <p:nvPr/>
        </p:nvCxnSpPr>
        <p:spPr>
          <a:xfrm>
            <a:off x="7265096" y="525337"/>
            <a:ext cx="0" cy="176617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77457" y="2557847"/>
            <a:ext cx="2892286" cy="130940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427863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000" y="0"/>
            <a:ext cx="10515600" cy="1325563"/>
          </a:xfrm>
        </p:spPr>
        <p:txBody>
          <a:bodyPr/>
          <a:lstStyle/>
          <a:p>
            <a:r>
              <a:rPr lang="en-US" b="1" dirty="0" smtClean="0"/>
              <a:t>CTG BRANCH:</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9800" y="1042535"/>
            <a:ext cx="10414000" cy="5975820"/>
          </a:xfrm>
        </p:spPr>
      </p:pic>
      <p:sp>
        <p:nvSpPr>
          <p:cNvPr id="5" name="TextBox 4"/>
          <p:cNvSpPr txBox="1"/>
          <p:nvPr/>
        </p:nvSpPr>
        <p:spPr>
          <a:xfrm>
            <a:off x="8345715" y="2801257"/>
            <a:ext cx="952120" cy="584775"/>
          </a:xfrm>
          <a:prstGeom prst="rect">
            <a:avLst/>
          </a:prstGeom>
          <a:noFill/>
        </p:spPr>
        <p:txBody>
          <a:bodyPr wrap="none" rtlCol="0">
            <a:spAutoFit/>
          </a:bodyPr>
          <a:lstStyle/>
          <a:p>
            <a:r>
              <a:rPr lang="en-US" sz="3200" b="1" i="1" dirty="0" smtClean="0"/>
              <a:t>SW4</a:t>
            </a:r>
            <a:endParaRPr lang="en-US" sz="3200" b="1" i="1" dirty="0"/>
          </a:p>
        </p:txBody>
      </p:sp>
      <p:sp>
        <p:nvSpPr>
          <p:cNvPr id="6" name="TextBox 5"/>
          <p:cNvSpPr txBox="1"/>
          <p:nvPr/>
        </p:nvSpPr>
        <p:spPr>
          <a:xfrm>
            <a:off x="2583543" y="2801256"/>
            <a:ext cx="952120" cy="584775"/>
          </a:xfrm>
          <a:prstGeom prst="rect">
            <a:avLst/>
          </a:prstGeom>
          <a:noFill/>
        </p:spPr>
        <p:txBody>
          <a:bodyPr wrap="none" rtlCol="0">
            <a:spAutoFit/>
          </a:bodyPr>
          <a:lstStyle/>
          <a:p>
            <a:r>
              <a:rPr lang="en-US" sz="3200" b="1" i="1" dirty="0" smtClean="0"/>
              <a:t>SW5</a:t>
            </a:r>
            <a:endParaRPr lang="en-US" sz="3200" b="1" i="1" dirty="0"/>
          </a:p>
        </p:txBody>
      </p:sp>
      <p:sp>
        <p:nvSpPr>
          <p:cNvPr id="7" name="TextBox 6"/>
          <p:cNvSpPr txBox="1"/>
          <p:nvPr/>
        </p:nvSpPr>
        <p:spPr>
          <a:xfrm>
            <a:off x="5094514" y="1478634"/>
            <a:ext cx="856901" cy="584775"/>
          </a:xfrm>
          <a:prstGeom prst="rect">
            <a:avLst/>
          </a:prstGeom>
          <a:noFill/>
        </p:spPr>
        <p:txBody>
          <a:bodyPr wrap="none" rtlCol="0">
            <a:spAutoFit/>
          </a:bodyPr>
          <a:lstStyle/>
          <a:p>
            <a:r>
              <a:rPr lang="en-US" sz="3200" b="1" i="1" dirty="0" smtClean="0"/>
              <a:t>CTG</a:t>
            </a:r>
            <a:endParaRPr lang="en-US" sz="3200" b="1" i="1" dirty="0"/>
          </a:p>
        </p:txBody>
      </p:sp>
    </p:spTree>
    <p:extLst>
      <p:ext uri="{BB962C8B-B14F-4D97-AF65-F5344CB8AC3E}">
        <p14:creationId xmlns:p14="http://schemas.microsoft.com/office/powerpoint/2010/main" val="15111935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CTG Branch Work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Switches: </a:t>
            </a:r>
            <a:r>
              <a:rPr sz="2000">
                <a:solidFill>
                  <a:srgbClr val="FFFFFF"/>
                </a:solidFill>
              </a:rPr>
              <a:t>SW4 and SW5 have VLAN 10 (IT) and VLAN 20 (Sales). Both use trunk ports.</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Router: </a:t>
            </a:r>
            <a:r>
              <a:rPr sz="2000">
                <a:solidFill>
                  <a:srgbClr val="FFFFFF"/>
                </a:solidFill>
              </a:rPr>
              <a:t>The CTG router uses router-on-a-stick with 2 sub-interfaces, one for each VLAN.</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DHCP: </a:t>
            </a:r>
            <a:r>
              <a:rPr sz="2000">
                <a:solidFill>
                  <a:srgbClr val="FFFFFF"/>
                </a:solidFill>
              </a:rPr>
              <a:t>The router is the DHCP server. Each VLAN has a pool, and the first 20 IPs are kept for devices.</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Internet: </a:t>
            </a:r>
            <a:r>
              <a:rPr sz="2000">
                <a:solidFill>
                  <a:srgbClr val="FFFFFF"/>
                </a:solidFill>
              </a:rPr>
              <a:t>NAT (PAT) and a default route to ISP_B give internet access to the branch.</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Extra: </a:t>
            </a:r>
            <a:r>
              <a:rPr sz="2000">
                <a:solidFill>
                  <a:srgbClr val="FFFFFF"/>
                </a:solidFill>
              </a:rPr>
              <a:t>A GRE tunnel to Dhaka and OSPF, so CTG can reach all other branches.</a:t>
            </a:r>
          </a:p>
        </p:txBody>
      </p:sp>
    </p:spTree>
    <p:extLst>
      <p:ext uri="{BB962C8B-B14F-4D97-AF65-F5344CB8AC3E}">
        <p14:creationId xmlns:p14="http://schemas.microsoft.com/office/powerpoint/2010/main" val="2059064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4000" b="1" u="sng" dirty="0" smtClean="0">
                <a:solidFill>
                  <a:srgbClr val="FF0000"/>
                </a:solidFill>
              </a:rPr>
              <a:t>SW4 Command :</a:t>
            </a:r>
            <a:endParaRPr lang="en-US" sz="4000" b="1" u="sng" dirty="0">
              <a:solidFill>
                <a:srgbClr val="FF0000"/>
              </a:solidFill>
            </a:endParaRPr>
          </a:p>
        </p:txBody>
      </p:sp>
      <p:sp>
        <p:nvSpPr>
          <p:cNvPr id="5" name="TextBox 4"/>
          <p:cNvSpPr txBox="1"/>
          <p:nvPr/>
        </p:nvSpPr>
        <p:spPr>
          <a:xfrm>
            <a:off x="838200" y="979468"/>
            <a:ext cx="4009373" cy="4585871"/>
          </a:xfrm>
          <a:prstGeom prst="rect">
            <a:avLst/>
          </a:prstGeom>
          <a:noFill/>
        </p:spPr>
        <p:txBody>
          <a:bodyPr wrap="square" rtlCol="0">
            <a:spAutoFit/>
          </a:bodyPr>
          <a:lstStyle/>
          <a:p>
            <a:r>
              <a:rPr lang="en-US" sz="2000" b="1" i="1" dirty="0"/>
              <a:t>#Basic Config :</a:t>
            </a:r>
          </a:p>
          <a:p>
            <a:r>
              <a:rPr lang="en-US" dirty="0"/>
              <a:t>Switch&gt;enable</a:t>
            </a:r>
          </a:p>
          <a:p>
            <a:r>
              <a:rPr lang="en-US" dirty="0"/>
              <a:t>Switch#configure terminal</a:t>
            </a:r>
          </a:p>
          <a:p>
            <a:r>
              <a:rPr lang="en-US" dirty="0"/>
              <a:t>Switch(config)#hostname SW4</a:t>
            </a:r>
          </a:p>
          <a:p>
            <a:r>
              <a:rPr lang="en-US" dirty="0"/>
              <a:t>SW4(config)#no ip domain-lookup </a:t>
            </a:r>
          </a:p>
          <a:p>
            <a:r>
              <a:rPr lang="en-US" dirty="0"/>
              <a:t>SW4(config)#line console 0</a:t>
            </a:r>
          </a:p>
          <a:p>
            <a:r>
              <a:rPr lang="en-US" dirty="0"/>
              <a:t>SW4(config-line)#exec-timeout 0</a:t>
            </a:r>
          </a:p>
          <a:p>
            <a:r>
              <a:rPr lang="en-US" dirty="0"/>
              <a:t>SW4(config-line)#exit</a:t>
            </a:r>
          </a:p>
          <a:p>
            <a:endParaRPr lang="en-US" dirty="0" smtClean="0"/>
          </a:p>
          <a:p>
            <a:r>
              <a:rPr lang="en-US" sz="2000" b="1" i="1" dirty="0" smtClean="0"/>
              <a:t>#Vlan Setup :</a:t>
            </a:r>
            <a:endParaRPr lang="en-US" sz="2000" b="1" i="1" dirty="0"/>
          </a:p>
          <a:p>
            <a:r>
              <a:rPr lang="en-US" dirty="0"/>
              <a:t>SW4(config)#vlan 10</a:t>
            </a:r>
          </a:p>
          <a:p>
            <a:r>
              <a:rPr lang="en-US" dirty="0"/>
              <a:t>SW4(config-vlan)#name IT</a:t>
            </a:r>
          </a:p>
          <a:p>
            <a:r>
              <a:rPr lang="en-US" dirty="0"/>
              <a:t>SW4(config-vlan)#exit</a:t>
            </a:r>
          </a:p>
          <a:p>
            <a:r>
              <a:rPr lang="en-US" dirty="0"/>
              <a:t>SW4(config)#vlan 20</a:t>
            </a:r>
          </a:p>
          <a:p>
            <a:r>
              <a:rPr lang="en-US" dirty="0"/>
              <a:t>SW4(config-vlan)#name Sales</a:t>
            </a:r>
          </a:p>
          <a:p>
            <a:r>
              <a:rPr lang="en-US" dirty="0"/>
              <a:t>SW4(config-vlan)#</a:t>
            </a:r>
            <a:r>
              <a:rPr lang="en-US" dirty="0" smtClean="0"/>
              <a:t>exit</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307"/>
          <a:stretch/>
        </p:blipFill>
        <p:spPr>
          <a:xfrm>
            <a:off x="6200383" y="662781"/>
            <a:ext cx="5033615" cy="2191056"/>
          </a:xfrm>
          <a:prstGeom prst="rect">
            <a:avLst/>
          </a:prstGeom>
          <a:ln>
            <a:noFill/>
          </a:ln>
          <a:effectLst>
            <a:outerShdw blurRad="190500" algn="tl" rotWithShape="0">
              <a:srgbClr val="000000">
                <a:alpha val="70000"/>
              </a:srgbClr>
            </a:outerShdw>
          </a:effectLst>
        </p:spPr>
      </p:pic>
      <p:graphicFrame>
        <p:nvGraphicFramePr>
          <p:cNvPr id="6" name="Diagram 5"/>
          <p:cNvGraphicFramePr/>
          <p:nvPr>
            <p:extLst>
              <p:ext uri="{D42A27DB-BD31-4B8C-83A1-F6EECF244321}">
                <p14:modId xmlns:p14="http://schemas.microsoft.com/office/powerpoint/2010/main" val="3148211410"/>
              </p:ext>
            </p:extLst>
          </p:nvPr>
        </p:nvGraphicFramePr>
        <p:xfrm>
          <a:off x="5202476" y="3516618"/>
          <a:ext cx="6839211" cy="25072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48971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1814" y="490953"/>
            <a:ext cx="6096000" cy="3139321"/>
          </a:xfrm>
          <a:prstGeom prst="rect">
            <a:avLst/>
          </a:prstGeom>
          <a:noFill/>
        </p:spPr>
        <p:txBody>
          <a:bodyPr wrap="square" rtlCol="0">
            <a:spAutoFit/>
          </a:bodyPr>
          <a:lstStyle/>
          <a:p>
            <a:r>
              <a:rPr lang="en-US" dirty="0" smtClean="0"/>
              <a:t>SW4(config</a:t>
            </a:r>
            <a:r>
              <a:rPr lang="en-US" dirty="0"/>
              <a:t>)#interface range fastEthernet 0/1-10</a:t>
            </a:r>
          </a:p>
          <a:p>
            <a:r>
              <a:rPr lang="en-US" dirty="0"/>
              <a:t>SW4(config-if-range)#switchport mode access</a:t>
            </a:r>
          </a:p>
          <a:p>
            <a:r>
              <a:rPr lang="en-US" dirty="0"/>
              <a:t>SW4(config-if-range)#switchport access vlan 10</a:t>
            </a:r>
          </a:p>
          <a:p>
            <a:r>
              <a:rPr lang="en-US" dirty="0"/>
              <a:t>SW4(config-if-range)#exit</a:t>
            </a:r>
          </a:p>
          <a:p>
            <a:endParaRPr lang="en-US" dirty="0" smtClean="0"/>
          </a:p>
          <a:p>
            <a:endParaRPr lang="en-US" dirty="0" smtClean="0"/>
          </a:p>
          <a:p>
            <a:r>
              <a:rPr lang="en-US" dirty="0" smtClean="0"/>
              <a:t>SW4(config</a:t>
            </a:r>
            <a:r>
              <a:rPr lang="en-US" dirty="0"/>
              <a:t>)#interface range fastEthernet 0/11-20</a:t>
            </a:r>
          </a:p>
          <a:p>
            <a:r>
              <a:rPr lang="en-US" dirty="0"/>
              <a:t>SW4(config-if-range)#switchport mode access </a:t>
            </a:r>
          </a:p>
          <a:p>
            <a:r>
              <a:rPr lang="en-US" dirty="0"/>
              <a:t>SW4(config-if-range)#switchport access vlan 20</a:t>
            </a:r>
          </a:p>
          <a:p>
            <a:r>
              <a:rPr lang="en-US" dirty="0"/>
              <a:t>SW4(config-if-range)#exit</a:t>
            </a:r>
          </a:p>
          <a:p>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814" y="3630274"/>
            <a:ext cx="7365802" cy="3049232"/>
          </a:xfrm>
          <a:prstGeom prst="rect">
            <a:avLst/>
          </a:prstGeom>
        </p:spPr>
      </p:pic>
      <p:sp>
        <p:nvSpPr>
          <p:cNvPr id="3" name="Rectangle 2"/>
          <p:cNvSpPr/>
          <p:nvPr/>
        </p:nvSpPr>
        <p:spPr>
          <a:xfrm>
            <a:off x="6668022" y="490953"/>
            <a:ext cx="6096000" cy="1508105"/>
          </a:xfrm>
          <a:prstGeom prst="rect">
            <a:avLst/>
          </a:prstGeom>
        </p:spPr>
        <p:txBody>
          <a:bodyPr>
            <a:spAutoFit/>
          </a:bodyPr>
          <a:lstStyle/>
          <a:p>
            <a:r>
              <a:rPr lang="en-US" sz="2000" b="1" i="1" dirty="0"/>
              <a:t>#Config Trunk Port :</a:t>
            </a:r>
          </a:p>
          <a:p>
            <a:r>
              <a:rPr lang="en-US" dirty="0"/>
              <a:t>SW4(config)#interface gigabitEthernet 0/1</a:t>
            </a:r>
          </a:p>
          <a:p>
            <a:r>
              <a:rPr lang="en-US" dirty="0"/>
              <a:t>SW4(config-if)#switchport mode trunk </a:t>
            </a:r>
          </a:p>
          <a:p>
            <a:r>
              <a:rPr lang="en-US" dirty="0"/>
              <a:t>SW4(config-if)#switchport trunk allowed vlan 10,20</a:t>
            </a:r>
          </a:p>
          <a:p>
            <a:r>
              <a:rPr lang="en-US" dirty="0"/>
              <a:t>SW4(config-if)#exit</a:t>
            </a:r>
          </a:p>
        </p:txBody>
      </p:sp>
      <p:cxnSp>
        <p:nvCxnSpPr>
          <p:cNvPr id="6" name="Straight Connector 5"/>
          <p:cNvCxnSpPr/>
          <p:nvPr/>
        </p:nvCxnSpPr>
        <p:spPr>
          <a:xfrm>
            <a:off x="6455080" y="643755"/>
            <a:ext cx="0" cy="1202499"/>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8" name="Diagram 7"/>
          <p:cNvGraphicFramePr/>
          <p:nvPr>
            <p:extLst>
              <p:ext uri="{D42A27DB-BD31-4B8C-83A1-F6EECF244321}">
                <p14:modId xmlns:p14="http://schemas.microsoft.com/office/powerpoint/2010/main" val="148497758"/>
              </p:ext>
            </p:extLst>
          </p:nvPr>
        </p:nvGraphicFramePr>
        <p:xfrm>
          <a:off x="6668022" y="2076002"/>
          <a:ext cx="4868449" cy="15542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545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4000" b="1" u="sng" dirty="0" smtClean="0">
                <a:solidFill>
                  <a:srgbClr val="FF0000"/>
                </a:solidFill>
              </a:rPr>
              <a:t>SW5 Command :</a:t>
            </a:r>
            <a:endParaRPr lang="en-US" sz="4000" b="1" u="sng" dirty="0">
              <a:solidFill>
                <a:srgbClr val="FF0000"/>
              </a:solidFill>
            </a:endParaRPr>
          </a:p>
        </p:txBody>
      </p:sp>
      <p:sp>
        <p:nvSpPr>
          <p:cNvPr id="4" name="TextBox 3"/>
          <p:cNvSpPr txBox="1"/>
          <p:nvPr/>
        </p:nvSpPr>
        <p:spPr>
          <a:xfrm>
            <a:off x="838200" y="1325563"/>
            <a:ext cx="4421688" cy="4862870"/>
          </a:xfrm>
          <a:prstGeom prst="rect">
            <a:avLst/>
          </a:prstGeom>
          <a:noFill/>
        </p:spPr>
        <p:txBody>
          <a:bodyPr wrap="square" rtlCol="0">
            <a:spAutoFit/>
          </a:bodyPr>
          <a:lstStyle/>
          <a:p>
            <a:r>
              <a:rPr lang="en-US" sz="2000" b="1" i="1" dirty="0"/>
              <a:t>#Basic Setup:</a:t>
            </a:r>
          </a:p>
          <a:p>
            <a:r>
              <a:rPr lang="en-US" dirty="0"/>
              <a:t>Switch&gt;enable</a:t>
            </a:r>
          </a:p>
          <a:p>
            <a:r>
              <a:rPr lang="en-US" dirty="0"/>
              <a:t>Switch#configure terminal</a:t>
            </a:r>
          </a:p>
          <a:p>
            <a:r>
              <a:rPr lang="en-US" dirty="0"/>
              <a:t>Switch(config)#hostname SW5</a:t>
            </a:r>
          </a:p>
          <a:p>
            <a:r>
              <a:rPr lang="en-US" dirty="0"/>
              <a:t>SW5(config)#no ip domain-lookup </a:t>
            </a:r>
          </a:p>
          <a:p>
            <a:r>
              <a:rPr lang="en-US" dirty="0"/>
              <a:t>SW5(config)#line console 0</a:t>
            </a:r>
          </a:p>
          <a:p>
            <a:r>
              <a:rPr lang="en-US" dirty="0"/>
              <a:t>SW5(config-line)#exec-timeout 0</a:t>
            </a:r>
          </a:p>
          <a:p>
            <a:r>
              <a:rPr lang="en-US" dirty="0"/>
              <a:t>SW5(config-line)#exit</a:t>
            </a:r>
          </a:p>
          <a:p>
            <a:endParaRPr lang="en-US" dirty="0"/>
          </a:p>
          <a:p>
            <a:r>
              <a:rPr lang="en-US" sz="2000" b="1" i="1" dirty="0"/>
              <a:t>#Vlan Create :</a:t>
            </a:r>
          </a:p>
          <a:p>
            <a:r>
              <a:rPr lang="en-US" dirty="0"/>
              <a:t>SW5(config)#vlan 10</a:t>
            </a:r>
          </a:p>
          <a:p>
            <a:r>
              <a:rPr lang="en-US" dirty="0"/>
              <a:t>SW5(config-vlan)#name IT</a:t>
            </a:r>
          </a:p>
          <a:p>
            <a:r>
              <a:rPr lang="en-US" dirty="0"/>
              <a:t>SW5(config-vlan)#exit</a:t>
            </a:r>
          </a:p>
          <a:p>
            <a:r>
              <a:rPr lang="en-US" dirty="0"/>
              <a:t>SW5(config)#Vlan 20</a:t>
            </a:r>
          </a:p>
          <a:p>
            <a:r>
              <a:rPr lang="en-US" dirty="0"/>
              <a:t>SW5(config-vlan)#name Sales</a:t>
            </a:r>
          </a:p>
          <a:p>
            <a:r>
              <a:rPr lang="en-US" dirty="0"/>
              <a:t>SW5(config-vlan)#exit</a:t>
            </a:r>
          </a:p>
          <a:p>
            <a:endParaRPr lang="en-US" dirty="0"/>
          </a:p>
        </p:txBody>
      </p:sp>
      <p:pic>
        <p:nvPicPr>
          <p:cNvPr id="3" name="Picture 2"/>
          <p:cNvPicPr>
            <a:picLocks noChangeAspect="1"/>
          </p:cNvPicPr>
          <p:nvPr/>
        </p:nvPicPr>
        <p:blipFill>
          <a:blip r:embed="rId2"/>
          <a:stretch>
            <a:fillRect/>
          </a:stretch>
        </p:blipFill>
        <p:spPr>
          <a:xfrm>
            <a:off x="5506630" y="485376"/>
            <a:ext cx="5525271" cy="2657846"/>
          </a:xfrm>
          <a:prstGeom prst="rect">
            <a:avLst/>
          </a:prstGeom>
          <a:ln>
            <a:noFill/>
          </a:ln>
          <a:effectLst>
            <a:outerShdw blurRad="190500" algn="tl" rotWithShape="0">
              <a:srgbClr val="000000">
                <a:alpha val="70000"/>
              </a:srgbClr>
            </a:outerShdw>
          </a:effectLst>
        </p:spPr>
      </p:pic>
      <p:sp>
        <p:nvSpPr>
          <p:cNvPr id="5" name="TextBox 4"/>
          <p:cNvSpPr txBox="1"/>
          <p:nvPr/>
        </p:nvSpPr>
        <p:spPr>
          <a:xfrm>
            <a:off x="8931058" y="485376"/>
            <a:ext cx="611001" cy="369332"/>
          </a:xfrm>
          <a:prstGeom prst="rect">
            <a:avLst/>
          </a:prstGeom>
          <a:noFill/>
        </p:spPr>
        <p:txBody>
          <a:bodyPr wrap="none" rtlCol="0">
            <a:spAutoFit/>
          </a:bodyPr>
          <a:lstStyle/>
          <a:p>
            <a:r>
              <a:rPr lang="en-US" dirty="0" smtClean="0"/>
              <a:t>SW5</a:t>
            </a:r>
            <a:endParaRPr lang="en-US" dirty="0"/>
          </a:p>
        </p:txBody>
      </p:sp>
      <p:graphicFrame>
        <p:nvGraphicFramePr>
          <p:cNvPr id="7" name="Diagram 6"/>
          <p:cNvGraphicFramePr/>
          <p:nvPr>
            <p:extLst>
              <p:ext uri="{D42A27DB-BD31-4B8C-83A1-F6EECF244321}">
                <p14:modId xmlns:p14="http://schemas.microsoft.com/office/powerpoint/2010/main" val="1255258205"/>
              </p:ext>
            </p:extLst>
          </p:nvPr>
        </p:nvGraphicFramePr>
        <p:xfrm>
          <a:off x="4849982" y="3756998"/>
          <a:ext cx="6838565" cy="21565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13207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2896" y="302016"/>
            <a:ext cx="5657446" cy="2862322"/>
          </a:xfrm>
          <a:prstGeom prst="rect">
            <a:avLst/>
          </a:prstGeom>
          <a:noFill/>
        </p:spPr>
        <p:txBody>
          <a:bodyPr wrap="none" rtlCol="0">
            <a:spAutoFit/>
          </a:bodyPr>
          <a:lstStyle/>
          <a:p>
            <a:r>
              <a:rPr lang="en-US" dirty="0"/>
              <a:t>SW5(config)#interface range fastEthernet 0/1-10</a:t>
            </a:r>
          </a:p>
          <a:p>
            <a:r>
              <a:rPr lang="en-US" dirty="0"/>
              <a:t>SW5(config-if-range)#switchport mode access </a:t>
            </a:r>
          </a:p>
          <a:p>
            <a:r>
              <a:rPr lang="en-US" dirty="0"/>
              <a:t>SW5(config-if-range)#switchport access vlan 10</a:t>
            </a:r>
          </a:p>
          <a:p>
            <a:r>
              <a:rPr lang="en-US" dirty="0"/>
              <a:t>SW5(config-if-range)#exit</a:t>
            </a:r>
          </a:p>
          <a:p>
            <a:endParaRPr lang="en-US" dirty="0"/>
          </a:p>
          <a:p>
            <a:r>
              <a:rPr lang="en-US" dirty="0"/>
              <a:t>SW5(config-if-range)#interface range fastEthernet 0/11-20</a:t>
            </a:r>
          </a:p>
          <a:p>
            <a:r>
              <a:rPr lang="en-US" dirty="0"/>
              <a:t>SW5(config-if-range)#switchport mode access </a:t>
            </a:r>
          </a:p>
          <a:p>
            <a:r>
              <a:rPr lang="en-US" dirty="0"/>
              <a:t>SW5(config-if-range)#switchport access vlan 20</a:t>
            </a:r>
          </a:p>
          <a:p>
            <a:r>
              <a:rPr lang="en-US" dirty="0"/>
              <a:t>SW5(config-if-range)#exit</a:t>
            </a:r>
          </a:p>
          <a:p>
            <a:endParaRPr lang="en-US" dirty="0"/>
          </a:p>
        </p:txBody>
      </p:sp>
      <p:sp>
        <p:nvSpPr>
          <p:cNvPr id="2" name="Rectangle 1"/>
          <p:cNvSpPr/>
          <p:nvPr/>
        </p:nvSpPr>
        <p:spPr>
          <a:xfrm>
            <a:off x="6404975" y="302016"/>
            <a:ext cx="6096000" cy="2893100"/>
          </a:xfrm>
          <a:prstGeom prst="rect">
            <a:avLst/>
          </a:prstGeom>
        </p:spPr>
        <p:txBody>
          <a:bodyPr>
            <a:spAutoFit/>
          </a:bodyPr>
          <a:lstStyle/>
          <a:p>
            <a:r>
              <a:rPr lang="en-US" sz="2000" b="1" i="1" dirty="0"/>
              <a:t>#Config Trunk Port :</a:t>
            </a:r>
          </a:p>
          <a:p>
            <a:r>
              <a:rPr lang="en-US" dirty="0"/>
              <a:t>SW5(config)#interface gigabitEthernet 0/1</a:t>
            </a:r>
          </a:p>
          <a:p>
            <a:r>
              <a:rPr lang="en-US" dirty="0"/>
              <a:t>SW5(config-if)#switchport mode trunk </a:t>
            </a:r>
          </a:p>
          <a:p>
            <a:r>
              <a:rPr lang="en-US" dirty="0"/>
              <a:t>SW5(config-if)#switchport trunk allowed vlan 10,20</a:t>
            </a:r>
          </a:p>
          <a:p>
            <a:r>
              <a:rPr lang="en-US" dirty="0"/>
              <a:t>SW5(config-if)#exit</a:t>
            </a:r>
          </a:p>
          <a:p>
            <a:endParaRPr lang="en-US" dirty="0"/>
          </a:p>
          <a:p>
            <a:r>
              <a:rPr lang="en-US" dirty="0"/>
              <a:t>SW5(config)#interface gigabitEthernet 0/2</a:t>
            </a:r>
          </a:p>
          <a:p>
            <a:r>
              <a:rPr lang="en-US" dirty="0"/>
              <a:t>SW5(config-if)#switchport mode trunk </a:t>
            </a:r>
          </a:p>
          <a:p>
            <a:r>
              <a:rPr lang="en-US" dirty="0"/>
              <a:t>SW5(config-if)#switchport trunk allowed vlan 10,20</a:t>
            </a:r>
          </a:p>
          <a:p>
            <a:r>
              <a:rPr lang="en-US" dirty="0"/>
              <a:t>SW5(config-if)#exit</a:t>
            </a:r>
          </a:p>
        </p:txBody>
      </p:sp>
      <p:cxnSp>
        <p:nvCxnSpPr>
          <p:cNvPr id="4" name="Straight Connector 3"/>
          <p:cNvCxnSpPr/>
          <p:nvPr/>
        </p:nvCxnSpPr>
        <p:spPr>
          <a:xfrm>
            <a:off x="6200384" y="488515"/>
            <a:ext cx="0" cy="2675823"/>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86" y="3286855"/>
            <a:ext cx="6690111" cy="3547425"/>
          </a:xfrm>
          <a:prstGeom prst="rect">
            <a:avLst/>
          </a:prstGeom>
          <a:ln>
            <a:noFill/>
          </a:ln>
          <a:effectLst>
            <a:outerShdw blurRad="190500" algn="tl" rotWithShape="0">
              <a:srgbClr val="000000">
                <a:alpha val="70000"/>
              </a:srgbClr>
            </a:outerShdw>
          </a:effectLst>
        </p:spPr>
      </p:pic>
      <p:graphicFrame>
        <p:nvGraphicFramePr>
          <p:cNvPr id="8" name="Diagram 7"/>
          <p:cNvGraphicFramePr/>
          <p:nvPr>
            <p:extLst>
              <p:ext uri="{D42A27DB-BD31-4B8C-83A1-F6EECF244321}">
                <p14:modId xmlns:p14="http://schemas.microsoft.com/office/powerpoint/2010/main" val="1201231262"/>
              </p:ext>
            </p:extLst>
          </p:nvPr>
        </p:nvGraphicFramePr>
        <p:xfrm>
          <a:off x="7102258" y="3394553"/>
          <a:ext cx="5089742" cy="2630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77304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257" y="0"/>
            <a:ext cx="10515600" cy="1325563"/>
          </a:xfrm>
        </p:spPr>
        <p:txBody>
          <a:bodyPr>
            <a:normAutofit/>
          </a:bodyPr>
          <a:lstStyle/>
          <a:p>
            <a:r>
              <a:rPr lang="en-US" sz="4000" b="1" u="sng" dirty="0" smtClean="0">
                <a:solidFill>
                  <a:srgbClr val="FF0000"/>
                </a:solidFill>
              </a:rPr>
              <a:t>CTG Router Command:</a:t>
            </a:r>
            <a:endParaRPr lang="en-US" sz="4000" b="1" u="sng" dirty="0">
              <a:solidFill>
                <a:srgbClr val="FF0000"/>
              </a:solidFill>
            </a:endParaRPr>
          </a:p>
        </p:txBody>
      </p:sp>
      <p:sp>
        <p:nvSpPr>
          <p:cNvPr id="4" name="TextBox 3"/>
          <p:cNvSpPr txBox="1"/>
          <p:nvPr/>
        </p:nvSpPr>
        <p:spPr>
          <a:xfrm>
            <a:off x="625257" y="959020"/>
            <a:ext cx="5687861" cy="4308872"/>
          </a:xfrm>
          <a:prstGeom prst="rect">
            <a:avLst/>
          </a:prstGeom>
          <a:noFill/>
        </p:spPr>
        <p:txBody>
          <a:bodyPr wrap="square" rtlCol="0">
            <a:spAutoFit/>
          </a:bodyPr>
          <a:lstStyle/>
          <a:p>
            <a:r>
              <a:rPr lang="en-US" sz="2000" b="1" i="1" dirty="0"/>
              <a:t>#Basic </a:t>
            </a:r>
            <a:r>
              <a:rPr lang="en-US" sz="2000" b="1" i="1" dirty="0" smtClean="0"/>
              <a:t>Setup :</a:t>
            </a:r>
            <a:endParaRPr lang="en-US" sz="2000" b="1" i="1" dirty="0"/>
          </a:p>
          <a:p>
            <a:r>
              <a:rPr lang="en-US" dirty="0"/>
              <a:t>Router&gt;enable</a:t>
            </a:r>
          </a:p>
          <a:p>
            <a:r>
              <a:rPr lang="en-US" dirty="0"/>
              <a:t>Router#configure terminal</a:t>
            </a:r>
          </a:p>
          <a:p>
            <a:r>
              <a:rPr lang="en-US" dirty="0"/>
              <a:t>Router(config)#hostname </a:t>
            </a:r>
            <a:r>
              <a:rPr lang="en-US" dirty="0" smtClean="0"/>
              <a:t>CTG</a:t>
            </a:r>
            <a:endParaRPr lang="en-US" dirty="0"/>
          </a:p>
          <a:p>
            <a:r>
              <a:rPr lang="en-US" dirty="0"/>
              <a:t>CTG(config)#no ip domain-lookup </a:t>
            </a:r>
          </a:p>
          <a:p>
            <a:r>
              <a:rPr lang="en-US" dirty="0"/>
              <a:t>CTG(config)#line console 0</a:t>
            </a:r>
          </a:p>
          <a:p>
            <a:r>
              <a:rPr lang="en-US" dirty="0"/>
              <a:t>CTG(config-line)#exec-timeout 0</a:t>
            </a:r>
          </a:p>
          <a:p>
            <a:r>
              <a:rPr lang="en-US" dirty="0"/>
              <a:t>CTG(config-line)#exit</a:t>
            </a:r>
          </a:p>
          <a:p>
            <a:endParaRPr lang="en-US" dirty="0"/>
          </a:p>
          <a:p>
            <a:r>
              <a:rPr lang="en-US" sz="2000" b="1" i="1" dirty="0"/>
              <a:t>#Interface </a:t>
            </a:r>
            <a:r>
              <a:rPr lang="en-US" sz="2000" b="1" i="1" dirty="0" smtClean="0"/>
              <a:t>Setup :</a:t>
            </a:r>
            <a:endParaRPr lang="en-US" sz="2000" b="1" i="1" dirty="0"/>
          </a:p>
          <a:p>
            <a:r>
              <a:rPr lang="en-US" dirty="0"/>
              <a:t>CTG(config)#interface gigabitEthernet 0/0</a:t>
            </a:r>
          </a:p>
          <a:p>
            <a:r>
              <a:rPr lang="en-US" dirty="0"/>
              <a:t>CTG(config-if)#no shutdown</a:t>
            </a:r>
          </a:p>
          <a:p>
            <a:r>
              <a:rPr lang="en-US" dirty="0"/>
              <a:t>CTG(config-if)#exit</a:t>
            </a:r>
          </a:p>
          <a:p>
            <a:endParaRPr lang="en-US" dirty="0" smtClean="0"/>
          </a:p>
          <a:p>
            <a:endParaRPr lang="en-US" dirty="0"/>
          </a:p>
        </p:txBody>
      </p:sp>
      <p:sp>
        <p:nvSpPr>
          <p:cNvPr id="6" name="TextBox 5"/>
          <p:cNvSpPr txBox="1"/>
          <p:nvPr/>
        </p:nvSpPr>
        <p:spPr>
          <a:xfrm>
            <a:off x="6313118" y="959020"/>
            <a:ext cx="5547929" cy="3170099"/>
          </a:xfrm>
          <a:prstGeom prst="rect">
            <a:avLst/>
          </a:prstGeom>
          <a:noFill/>
        </p:spPr>
        <p:txBody>
          <a:bodyPr wrap="none" rtlCol="0">
            <a:spAutoFit/>
          </a:bodyPr>
          <a:lstStyle/>
          <a:p>
            <a:r>
              <a:rPr lang="en-US" sz="2000" b="1" i="1" dirty="0"/>
              <a:t>#Create Sub Interface :</a:t>
            </a:r>
          </a:p>
          <a:p>
            <a:r>
              <a:rPr lang="en-US" dirty="0"/>
              <a:t>CTG(config)#interface gigabitEthernet 0/0.10</a:t>
            </a:r>
          </a:p>
          <a:p>
            <a:r>
              <a:rPr lang="en-US" dirty="0"/>
              <a:t>CTG(config-subif)#encapsulation dot1Q 10</a:t>
            </a:r>
          </a:p>
          <a:p>
            <a:r>
              <a:rPr lang="en-US" dirty="0"/>
              <a:t>CTG(config-subif)#ip address 192.168.80.1 255.255.255.0</a:t>
            </a:r>
          </a:p>
          <a:p>
            <a:r>
              <a:rPr lang="en-US" dirty="0"/>
              <a:t>CTG(config-subif)#exit</a:t>
            </a:r>
          </a:p>
          <a:p>
            <a:endParaRPr lang="en-US" dirty="0"/>
          </a:p>
          <a:p>
            <a:r>
              <a:rPr lang="en-US" dirty="0" smtClean="0"/>
              <a:t>CTG(config</a:t>
            </a:r>
            <a:r>
              <a:rPr lang="en-US" dirty="0"/>
              <a:t>)#interface gigabitEthernet 0/0.20</a:t>
            </a:r>
          </a:p>
          <a:p>
            <a:r>
              <a:rPr lang="en-US" dirty="0"/>
              <a:t>CTG(config-subif)#encapsulation dot1Q 20</a:t>
            </a:r>
          </a:p>
          <a:p>
            <a:r>
              <a:rPr lang="en-US" dirty="0"/>
              <a:t>CTG(config-subif)#ip address 192.168.90.1 255.255.255.0</a:t>
            </a:r>
          </a:p>
          <a:p>
            <a:r>
              <a:rPr lang="en-US" dirty="0"/>
              <a:t>CTG(config-subif)#exit</a:t>
            </a:r>
          </a:p>
          <a:p>
            <a:endParaRPr lang="en-US" dirty="0"/>
          </a:p>
        </p:txBody>
      </p:sp>
      <p:cxnSp>
        <p:nvCxnSpPr>
          <p:cNvPr id="8" name="Straight Connector 7"/>
          <p:cNvCxnSpPr/>
          <p:nvPr/>
        </p:nvCxnSpPr>
        <p:spPr>
          <a:xfrm flipH="1">
            <a:off x="6126420" y="1098026"/>
            <a:ext cx="12526" cy="3169085"/>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6589" t="-1327" r="6677" b="1327"/>
          <a:stretch/>
        </p:blipFill>
        <p:spPr>
          <a:xfrm>
            <a:off x="3957628" y="2824765"/>
            <a:ext cx="1741118" cy="943924"/>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7433"/>
          <a:stretch/>
        </p:blipFill>
        <p:spPr>
          <a:xfrm>
            <a:off x="6313118" y="4048397"/>
            <a:ext cx="5828706" cy="2652015"/>
          </a:xfrm>
          <a:prstGeom prst="rect">
            <a:avLst/>
          </a:prstGeom>
          <a:ln>
            <a:noFill/>
          </a:ln>
          <a:effectLst>
            <a:outerShdw blurRad="190500" algn="tl" rotWithShape="0">
              <a:srgbClr val="000000">
                <a:alpha val="70000"/>
              </a:srgbClr>
            </a:outerShdw>
          </a:effectLst>
        </p:spPr>
      </p:pic>
      <p:graphicFrame>
        <p:nvGraphicFramePr>
          <p:cNvPr id="9" name="Diagram 8"/>
          <p:cNvGraphicFramePr/>
          <p:nvPr>
            <p:extLst>
              <p:ext uri="{D42A27DB-BD31-4B8C-83A1-F6EECF244321}">
                <p14:modId xmlns:p14="http://schemas.microsoft.com/office/powerpoint/2010/main" val="2470400295"/>
              </p:ext>
            </p:extLst>
          </p:nvPr>
        </p:nvGraphicFramePr>
        <p:xfrm>
          <a:off x="126452" y="4865894"/>
          <a:ext cx="6012494" cy="1901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851366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5780" y="375781"/>
            <a:ext cx="7014575" cy="5632311"/>
          </a:xfrm>
          <a:prstGeom prst="rect">
            <a:avLst/>
          </a:prstGeom>
          <a:noFill/>
        </p:spPr>
        <p:txBody>
          <a:bodyPr wrap="square" rtlCol="0">
            <a:spAutoFit/>
          </a:bodyPr>
          <a:lstStyle/>
          <a:p>
            <a:endParaRPr lang="en-US" dirty="0"/>
          </a:p>
          <a:p>
            <a:r>
              <a:rPr lang="en-US" b="1" i="1" dirty="0"/>
              <a:t>#Dhcp For VLAN 10 :</a:t>
            </a:r>
          </a:p>
          <a:p>
            <a:r>
              <a:rPr lang="en-US" dirty="0"/>
              <a:t>CTG(config)#ip dhcp pool vlan10</a:t>
            </a:r>
          </a:p>
          <a:p>
            <a:r>
              <a:rPr lang="en-US" dirty="0"/>
              <a:t>CTG(dhcp-config)#network 192.168.80.0 255.255.255.0</a:t>
            </a:r>
          </a:p>
          <a:p>
            <a:r>
              <a:rPr lang="en-US" dirty="0"/>
              <a:t>CTG(dhcp-config)#default-router 192.168.80.1</a:t>
            </a:r>
          </a:p>
          <a:p>
            <a:r>
              <a:rPr lang="en-US" dirty="0"/>
              <a:t>CTG(dhcp-config)#dns-server 8.8.8.8</a:t>
            </a:r>
          </a:p>
          <a:p>
            <a:r>
              <a:rPr lang="en-US" dirty="0"/>
              <a:t>CTG(dhcp-config)#exit</a:t>
            </a:r>
          </a:p>
          <a:p>
            <a:endParaRPr lang="en-US" dirty="0"/>
          </a:p>
          <a:p>
            <a:r>
              <a:rPr lang="en-US" b="1" i="1" dirty="0"/>
              <a:t>#Dhcp For VLAN 20 :</a:t>
            </a:r>
          </a:p>
          <a:p>
            <a:r>
              <a:rPr lang="en-US" dirty="0"/>
              <a:t>CTG(config)#ip dhcp pool vlan20</a:t>
            </a:r>
          </a:p>
          <a:p>
            <a:r>
              <a:rPr lang="en-US" dirty="0"/>
              <a:t>CTG(dhcp-config)#network 192.168.90.0 255.255.255.0</a:t>
            </a:r>
          </a:p>
          <a:p>
            <a:r>
              <a:rPr lang="en-US" dirty="0"/>
              <a:t>CTG(dhcp-config)#default-router 192.168.90.1</a:t>
            </a:r>
          </a:p>
          <a:p>
            <a:r>
              <a:rPr lang="en-US" dirty="0"/>
              <a:t>CTG(dhcp-config)#dns-server 8.8.8.8</a:t>
            </a:r>
          </a:p>
          <a:p>
            <a:r>
              <a:rPr lang="en-US" dirty="0"/>
              <a:t>CTG(dhcp-config)#exit</a:t>
            </a:r>
          </a:p>
          <a:p>
            <a:endParaRPr lang="en-US" dirty="0"/>
          </a:p>
          <a:p>
            <a:r>
              <a:rPr lang="en-US" b="1" i="1" dirty="0"/>
              <a:t>#Dhcp Exclude </a:t>
            </a:r>
            <a:r>
              <a:rPr lang="en-US" b="1" i="1" dirty="0" smtClean="0"/>
              <a:t>Ips :</a:t>
            </a:r>
            <a:endParaRPr lang="en-US" b="1" i="1" dirty="0"/>
          </a:p>
          <a:p>
            <a:r>
              <a:rPr lang="en-US" dirty="0"/>
              <a:t>CTG(config)#ip dhcp excluded-address 192.168.80.1 192.168.80.20</a:t>
            </a:r>
          </a:p>
          <a:p>
            <a:r>
              <a:rPr lang="en-US" dirty="0"/>
              <a:t>CTG(config)#ip dhcp excluded-address 192.168.90.1 192.168.90.20</a:t>
            </a:r>
          </a:p>
          <a:p>
            <a:endParaRPr lang="en-US" dirty="0"/>
          </a:p>
          <a:p>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9133" y="615575"/>
            <a:ext cx="3401800" cy="17437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4" name="Diagram 3"/>
          <p:cNvGraphicFramePr/>
          <p:nvPr>
            <p:extLst>
              <p:ext uri="{D42A27DB-BD31-4B8C-83A1-F6EECF244321}">
                <p14:modId xmlns:p14="http://schemas.microsoft.com/office/powerpoint/2010/main" val="524171058"/>
              </p:ext>
            </p:extLst>
          </p:nvPr>
        </p:nvGraphicFramePr>
        <p:xfrm>
          <a:off x="7139835" y="2782515"/>
          <a:ext cx="4801645" cy="37122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600832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8" y="0"/>
            <a:ext cx="10515600" cy="1325563"/>
          </a:xfrm>
        </p:spPr>
        <p:txBody>
          <a:bodyPr>
            <a:normAutofit/>
          </a:bodyPr>
          <a:lstStyle/>
          <a:p>
            <a:r>
              <a:rPr lang="en-US" sz="4000" b="1" dirty="0" smtClean="0"/>
              <a:t>Internet</a:t>
            </a:r>
            <a:endParaRPr lang="en-US" sz="40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017" y="1137672"/>
            <a:ext cx="12051226" cy="2611437"/>
          </a:xfrm>
        </p:spPr>
      </p:pic>
      <p:sp>
        <p:nvSpPr>
          <p:cNvPr id="5" name="TextBox 4"/>
          <p:cNvSpPr txBox="1"/>
          <p:nvPr/>
        </p:nvSpPr>
        <p:spPr>
          <a:xfrm>
            <a:off x="6353629" y="1325563"/>
            <a:ext cx="663964" cy="584775"/>
          </a:xfrm>
          <a:prstGeom prst="rect">
            <a:avLst/>
          </a:prstGeom>
          <a:noFill/>
        </p:spPr>
        <p:txBody>
          <a:bodyPr wrap="none" rtlCol="0">
            <a:spAutoFit/>
          </a:bodyPr>
          <a:lstStyle/>
          <a:p>
            <a:r>
              <a:rPr lang="en-US" sz="3200" b="1" i="1" dirty="0" smtClean="0"/>
              <a:t>IIG</a:t>
            </a:r>
            <a:endParaRPr lang="en-US" sz="3200" b="1" i="1" dirty="0"/>
          </a:p>
        </p:txBody>
      </p:sp>
      <p:sp>
        <p:nvSpPr>
          <p:cNvPr id="6" name="TextBox 5"/>
          <p:cNvSpPr txBox="1"/>
          <p:nvPr/>
        </p:nvSpPr>
        <p:spPr>
          <a:xfrm>
            <a:off x="1991179" y="2920546"/>
            <a:ext cx="1156086" cy="584775"/>
          </a:xfrm>
          <a:prstGeom prst="rect">
            <a:avLst/>
          </a:prstGeom>
          <a:noFill/>
        </p:spPr>
        <p:txBody>
          <a:bodyPr wrap="none" rtlCol="0">
            <a:spAutoFit/>
          </a:bodyPr>
          <a:lstStyle/>
          <a:p>
            <a:r>
              <a:rPr lang="en-US" sz="3200" b="1" i="1" dirty="0" smtClean="0"/>
              <a:t>ISP_A</a:t>
            </a:r>
            <a:endParaRPr lang="en-US" sz="3200" b="1" i="1" dirty="0"/>
          </a:p>
        </p:txBody>
      </p:sp>
      <p:sp>
        <p:nvSpPr>
          <p:cNvPr id="7" name="TextBox 6"/>
          <p:cNvSpPr txBox="1"/>
          <p:nvPr/>
        </p:nvSpPr>
        <p:spPr>
          <a:xfrm>
            <a:off x="6457183" y="2621809"/>
            <a:ext cx="1120820" cy="584775"/>
          </a:xfrm>
          <a:prstGeom prst="rect">
            <a:avLst/>
          </a:prstGeom>
          <a:noFill/>
        </p:spPr>
        <p:txBody>
          <a:bodyPr wrap="none" rtlCol="0">
            <a:spAutoFit/>
          </a:bodyPr>
          <a:lstStyle/>
          <a:p>
            <a:r>
              <a:rPr lang="en-US" sz="3200" b="1" i="1" dirty="0" smtClean="0"/>
              <a:t>ISP_C</a:t>
            </a:r>
            <a:endParaRPr lang="en-US" sz="3200" b="1" i="1" dirty="0"/>
          </a:p>
        </p:txBody>
      </p:sp>
      <p:sp>
        <p:nvSpPr>
          <p:cNvPr id="8" name="TextBox 7"/>
          <p:cNvSpPr txBox="1"/>
          <p:nvPr/>
        </p:nvSpPr>
        <p:spPr>
          <a:xfrm>
            <a:off x="9306958" y="2796721"/>
            <a:ext cx="1138453" cy="584775"/>
          </a:xfrm>
          <a:prstGeom prst="rect">
            <a:avLst/>
          </a:prstGeom>
          <a:noFill/>
        </p:spPr>
        <p:txBody>
          <a:bodyPr wrap="none" rtlCol="0">
            <a:spAutoFit/>
          </a:bodyPr>
          <a:lstStyle/>
          <a:p>
            <a:r>
              <a:rPr lang="en-US" sz="3200" b="1" i="1" dirty="0" smtClean="0"/>
              <a:t>ISP_B</a:t>
            </a:r>
            <a:endParaRPr lang="en-US" sz="3200" b="1" i="1" dirty="0"/>
          </a:p>
        </p:txBody>
      </p:sp>
      <p:graphicFrame>
        <p:nvGraphicFramePr>
          <p:cNvPr id="9" name="Diagram 8"/>
          <p:cNvGraphicFramePr/>
          <p:nvPr>
            <p:extLst>
              <p:ext uri="{D42A27DB-BD31-4B8C-83A1-F6EECF244321}">
                <p14:modId xmlns:p14="http://schemas.microsoft.com/office/powerpoint/2010/main" val="3413252414"/>
              </p:ext>
            </p:extLst>
          </p:nvPr>
        </p:nvGraphicFramePr>
        <p:xfrm>
          <a:off x="64017" y="3749109"/>
          <a:ext cx="12051226" cy="31723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761744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945" y="0"/>
            <a:ext cx="10515600" cy="1325563"/>
          </a:xfrm>
        </p:spPr>
        <p:txBody>
          <a:bodyPr>
            <a:normAutofit/>
          </a:bodyPr>
          <a:lstStyle/>
          <a:p>
            <a:r>
              <a:rPr lang="en-US" sz="4000" b="1" u="sng" dirty="0" smtClean="0">
                <a:solidFill>
                  <a:srgbClr val="FF0000"/>
                </a:solidFill>
              </a:rPr>
              <a:t>DHAKA Router Command:</a:t>
            </a:r>
            <a:endParaRPr lang="en-US" sz="4000" b="1" u="sng" dirty="0">
              <a:solidFill>
                <a:srgbClr val="FF0000"/>
              </a:solidFill>
            </a:endParaRPr>
          </a:p>
        </p:txBody>
      </p:sp>
      <p:sp>
        <p:nvSpPr>
          <p:cNvPr id="4" name="TextBox 3"/>
          <p:cNvSpPr txBox="1"/>
          <p:nvPr/>
        </p:nvSpPr>
        <p:spPr>
          <a:xfrm>
            <a:off x="474945" y="1077238"/>
            <a:ext cx="7391400" cy="4278094"/>
          </a:xfrm>
          <a:prstGeom prst="rect">
            <a:avLst/>
          </a:prstGeom>
          <a:noFill/>
        </p:spPr>
        <p:txBody>
          <a:bodyPr wrap="square" rtlCol="0">
            <a:spAutoFit/>
          </a:bodyPr>
          <a:lstStyle/>
          <a:p>
            <a:r>
              <a:rPr lang="en-US" dirty="0"/>
              <a:t>DHAKA#conf ter</a:t>
            </a:r>
          </a:p>
          <a:p>
            <a:r>
              <a:rPr lang="en-US" dirty="0"/>
              <a:t>DHAKA(config)#interface gigabitEthernet  0/1</a:t>
            </a:r>
          </a:p>
          <a:p>
            <a:r>
              <a:rPr lang="en-US" dirty="0"/>
              <a:t>DHAKA(config-if)#no shutdown </a:t>
            </a:r>
          </a:p>
          <a:p>
            <a:r>
              <a:rPr lang="en-US" dirty="0"/>
              <a:t>DHAKA(config-if)#ip address 200.0.0.1 255.255.255.252</a:t>
            </a:r>
          </a:p>
          <a:p>
            <a:r>
              <a:rPr lang="en-US" dirty="0"/>
              <a:t>DHAKA(config-if)#exit</a:t>
            </a:r>
          </a:p>
          <a:p>
            <a:endParaRPr lang="en-US" dirty="0"/>
          </a:p>
          <a:p>
            <a:r>
              <a:rPr lang="en-US" sz="2000" b="1" i="1" dirty="0"/>
              <a:t>#Default Route Towards ISP_A</a:t>
            </a:r>
          </a:p>
          <a:p>
            <a:r>
              <a:rPr lang="en-US" dirty="0"/>
              <a:t>DHAKA(config)#ip route 0.0.0.0 0.0.0.0 </a:t>
            </a:r>
            <a:r>
              <a:rPr lang="en-US" dirty="0" smtClean="0"/>
              <a:t>200.0.0.2</a:t>
            </a:r>
          </a:p>
          <a:p>
            <a:endParaRPr lang="en-US" dirty="0" smtClean="0"/>
          </a:p>
          <a:p>
            <a:endParaRPr lang="en-US" dirty="0"/>
          </a:p>
          <a:p>
            <a:endParaRPr lang="en-US" dirty="0"/>
          </a:p>
          <a:p>
            <a:endParaRPr lang="en-US" dirty="0" smtClean="0"/>
          </a:p>
          <a:p>
            <a:endParaRPr lang="en-US" dirty="0"/>
          </a:p>
          <a:p>
            <a:endParaRPr lang="en-US" dirty="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8702" y="3903593"/>
            <a:ext cx="7664397" cy="290347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8" name="Diagram 7"/>
          <p:cNvGraphicFramePr/>
          <p:nvPr>
            <p:extLst>
              <p:ext uri="{D42A27DB-BD31-4B8C-83A1-F6EECF244321}">
                <p14:modId xmlns:p14="http://schemas.microsoft.com/office/powerpoint/2010/main" val="1405961050"/>
              </p:ext>
            </p:extLst>
          </p:nvPr>
        </p:nvGraphicFramePr>
        <p:xfrm>
          <a:off x="6360468" y="706318"/>
          <a:ext cx="5319386" cy="3110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111238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7637" y="431363"/>
            <a:ext cx="10905996" cy="4278094"/>
          </a:xfrm>
          <a:prstGeom prst="rect">
            <a:avLst/>
          </a:prstGeom>
        </p:spPr>
        <p:txBody>
          <a:bodyPr wrap="square">
            <a:spAutoFit/>
          </a:bodyPr>
          <a:lstStyle/>
          <a:p>
            <a:r>
              <a:rPr lang="en-US" sz="2000" b="1" i="1" dirty="0"/>
              <a:t>#Config NAT(PAT)</a:t>
            </a:r>
          </a:p>
          <a:p>
            <a:r>
              <a:rPr lang="en-US" dirty="0"/>
              <a:t>DHAKA(config)#access-list 10 permit 192.168.10.0 0.0.0.255 </a:t>
            </a:r>
          </a:p>
          <a:p>
            <a:r>
              <a:rPr lang="en-US" dirty="0"/>
              <a:t>DHAKA(config)#access-list 10 permit 192.168.20.0 0.0.0.255 </a:t>
            </a:r>
          </a:p>
          <a:p>
            <a:r>
              <a:rPr lang="en-US" dirty="0"/>
              <a:t>DHAKA(config)#access-list 10 permit 192.168.30.0 0.0.0.255 </a:t>
            </a:r>
          </a:p>
          <a:p>
            <a:r>
              <a:rPr lang="en-US" dirty="0"/>
              <a:t>DHAKA(config)#ip nat pool natp1 200.0.0.1 200.0.0.1 netmask 255.255.255.252</a:t>
            </a:r>
          </a:p>
          <a:p>
            <a:r>
              <a:rPr lang="en-US" dirty="0"/>
              <a:t>DHAKA(config)#ip nat  inside source list 10 pool natp1 overload </a:t>
            </a:r>
            <a:endParaRPr lang="en-US" dirty="0" smtClean="0"/>
          </a:p>
          <a:p>
            <a:endParaRPr lang="en-US" dirty="0"/>
          </a:p>
          <a:p>
            <a:r>
              <a:rPr lang="en-US" b="1" i="1" dirty="0"/>
              <a:t>#Apply NAT In interFace</a:t>
            </a:r>
          </a:p>
          <a:p>
            <a:r>
              <a:rPr lang="en-US" dirty="0"/>
              <a:t>DHAKA(config)#interface gigabitEthernet 0/0</a:t>
            </a:r>
          </a:p>
          <a:p>
            <a:r>
              <a:rPr lang="en-US" dirty="0"/>
              <a:t>DHAKA(config-if)#ip nat inside </a:t>
            </a:r>
          </a:p>
          <a:p>
            <a:r>
              <a:rPr lang="en-US" dirty="0"/>
              <a:t>DHAKA(config-if)#exit</a:t>
            </a:r>
          </a:p>
          <a:p>
            <a:endParaRPr lang="en-US" dirty="0"/>
          </a:p>
          <a:p>
            <a:r>
              <a:rPr lang="en-US" dirty="0"/>
              <a:t>DHAKA(config)#interface gigabitEthernet 0/1</a:t>
            </a:r>
          </a:p>
          <a:p>
            <a:r>
              <a:rPr lang="en-US" dirty="0"/>
              <a:t>DHAKA(config-if)#ip nat outside </a:t>
            </a:r>
          </a:p>
          <a:p>
            <a:r>
              <a:rPr lang="en-US" dirty="0"/>
              <a:t>DHAKA(config-if)#</a:t>
            </a:r>
            <a:r>
              <a:rPr lang="en-US" dirty="0" smtClean="0"/>
              <a:t>exit</a:t>
            </a:r>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1392"/>
          <a:stretch/>
        </p:blipFill>
        <p:spPr>
          <a:xfrm>
            <a:off x="5126883" y="2570410"/>
            <a:ext cx="6942489" cy="4271512"/>
          </a:xfrm>
          <a:prstGeom prst="rect">
            <a:avLst/>
          </a:prstGeom>
          <a:ln>
            <a:noFill/>
          </a:ln>
          <a:effectLst>
            <a:outerShdw blurRad="190500" algn="tl" rotWithShape="0">
              <a:srgbClr val="000000">
                <a:alpha val="70000"/>
              </a:srgbClr>
            </a:outerShdw>
          </a:effectLst>
        </p:spPr>
      </p:pic>
      <p:graphicFrame>
        <p:nvGraphicFramePr>
          <p:cNvPr id="8" name="Diagram 7"/>
          <p:cNvGraphicFramePr/>
          <p:nvPr>
            <p:extLst>
              <p:ext uri="{D42A27DB-BD31-4B8C-83A1-F6EECF244321}">
                <p14:modId xmlns:p14="http://schemas.microsoft.com/office/powerpoint/2010/main" val="2326775093"/>
              </p:ext>
            </p:extLst>
          </p:nvPr>
        </p:nvGraphicFramePr>
        <p:xfrm>
          <a:off x="6887772" y="152568"/>
          <a:ext cx="5181600"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725418564"/>
              </p:ext>
            </p:extLst>
          </p:nvPr>
        </p:nvGraphicFramePr>
        <p:xfrm>
          <a:off x="249923" y="4809489"/>
          <a:ext cx="4685331" cy="185435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1832554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315" y="-205582"/>
            <a:ext cx="10515600" cy="1325563"/>
          </a:xfrm>
        </p:spPr>
        <p:txBody>
          <a:bodyPr>
            <a:normAutofit/>
          </a:bodyPr>
          <a:lstStyle/>
          <a:p>
            <a:r>
              <a:rPr lang="en-US" sz="4000" b="1" u="sng" dirty="0" smtClean="0">
                <a:solidFill>
                  <a:srgbClr val="FF0000"/>
                </a:solidFill>
              </a:rPr>
              <a:t>ISP-A Router Commad:</a:t>
            </a:r>
            <a:endParaRPr lang="en-US" sz="4000" b="1" u="sng" dirty="0">
              <a:solidFill>
                <a:srgbClr val="FF0000"/>
              </a:solidFill>
            </a:endParaRPr>
          </a:p>
        </p:txBody>
      </p:sp>
      <p:sp>
        <p:nvSpPr>
          <p:cNvPr id="4" name="TextBox 3"/>
          <p:cNvSpPr txBox="1"/>
          <p:nvPr/>
        </p:nvSpPr>
        <p:spPr>
          <a:xfrm>
            <a:off x="412315" y="673295"/>
            <a:ext cx="5252079" cy="3693319"/>
          </a:xfrm>
          <a:prstGeom prst="rect">
            <a:avLst/>
          </a:prstGeom>
          <a:noFill/>
        </p:spPr>
        <p:txBody>
          <a:bodyPr wrap="none" rtlCol="0">
            <a:spAutoFit/>
          </a:bodyPr>
          <a:lstStyle/>
          <a:p>
            <a:r>
              <a:rPr lang="en-US" dirty="0"/>
              <a:t>Router&gt;enable</a:t>
            </a:r>
          </a:p>
          <a:p>
            <a:r>
              <a:rPr lang="en-US" dirty="0"/>
              <a:t>Router#configure terminal</a:t>
            </a:r>
          </a:p>
          <a:p>
            <a:r>
              <a:rPr lang="en-US" dirty="0"/>
              <a:t>Router(config)#hostname ISP_A</a:t>
            </a:r>
          </a:p>
          <a:p>
            <a:r>
              <a:rPr lang="en-US" dirty="0"/>
              <a:t>ISP_A(config)#no ip domain-lookup </a:t>
            </a:r>
          </a:p>
          <a:p>
            <a:r>
              <a:rPr lang="en-US" dirty="0"/>
              <a:t>ISP_A(config)#line console 0</a:t>
            </a:r>
          </a:p>
          <a:p>
            <a:r>
              <a:rPr lang="en-US" dirty="0"/>
              <a:t>ISP_A(config-line)#exec-timeout 0</a:t>
            </a:r>
          </a:p>
          <a:p>
            <a:r>
              <a:rPr lang="en-US" dirty="0"/>
              <a:t>ISP_A(config-line)#exit</a:t>
            </a:r>
          </a:p>
          <a:p>
            <a:endParaRPr lang="en-US" dirty="0"/>
          </a:p>
          <a:p>
            <a:r>
              <a:rPr lang="en-US" dirty="0"/>
              <a:t>ISP_A(config)#inter gigabitEthernet 0/1</a:t>
            </a:r>
          </a:p>
          <a:p>
            <a:r>
              <a:rPr lang="en-US" dirty="0"/>
              <a:t>ISP_A(config-if)#no shutdown</a:t>
            </a:r>
          </a:p>
          <a:p>
            <a:r>
              <a:rPr lang="en-US" dirty="0"/>
              <a:t>ISP_A(config-if)#ip address 200.0.0.2 255.255.255.252</a:t>
            </a:r>
          </a:p>
          <a:p>
            <a:r>
              <a:rPr lang="en-US" dirty="0"/>
              <a:t>ISP_A(config-if)#exit</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4304" r="1424"/>
          <a:stretch/>
        </p:blipFill>
        <p:spPr>
          <a:xfrm>
            <a:off x="5021941" y="3836313"/>
            <a:ext cx="7170059" cy="3021687"/>
          </a:xfrm>
          <a:prstGeom prst="rect">
            <a:avLst/>
          </a:prstGeom>
          <a:ln>
            <a:noFill/>
          </a:ln>
          <a:effectLst>
            <a:outerShdw blurRad="190500" algn="tl" rotWithShape="0">
              <a:srgbClr val="000000">
                <a:alpha val="70000"/>
              </a:srgbClr>
            </a:outerShdw>
          </a:effectLst>
        </p:spPr>
      </p:pic>
      <p:sp>
        <p:nvSpPr>
          <p:cNvPr id="5" name="Rectangle 4"/>
          <p:cNvSpPr/>
          <p:nvPr/>
        </p:nvSpPr>
        <p:spPr>
          <a:xfrm>
            <a:off x="5664394" y="681194"/>
            <a:ext cx="6096000" cy="2062103"/>
          </a:xfrm>
          <a:prstGeom prst="rect">
            <a:avLst/>
          </a:prstGeom>
        </p:spPr>
        <p:txBody>
          <a:bodyPr>
            <a:spAutoFit/>
          </a:bodyPr>
          <a:lstStyle/>
          <a:p>
            <a:r>
              <a:rPr lang="en-US" dirty="0"/>
              <a:t>ISP_A(config)#interface gigabitEthernet 0/0</a:t>
            </a:r>
          </a:p>
          <a:p>
            <a:r>
              <a:rPr lang="en-US" dirty="0"/>
              <a:t>ISP_A(config-if)#no shutdown</a:t>
            </a:r>
          </a:p>
          <a:p>
            <a:r>
              <a:rPr lang="en-US" dirty="0"/>
              <a:t>ISP_A(config-if)#ip address 11.10.10.1 255.255.255.252</a:t>
            </a:r>
          </a:p>
          <a:p>
            <a:r>
              <a:rPr lang="en-US" dirty="0"/>
              <a:t>ISP_A(config-if)#exit</a:t>
            </a:r>
          </a:p>
          <a:p>
            <a:endParaRPr lang="en-US" dirty="0"/>
          </a:p>
          <a:p>
            <a:r>
              <a:rPr lang="en-US" sz="2000" b="1" i="1" dirty="0"/>
              <a:t>#Dafult Routes towards IIG</a:t>
            </a:r>
          </a:p>
          <a:p>
            <a:r>
              <a:rPr lang="en-US" dirty="0"/>
              <a:t>ISP_A(config)#ip route 0.0.0.0 0.0.0.0 11.10.10.2</a:t>
            </a:r>
          </a:p>
        </p:txBody>
      </p:sp>
      <p:graphicFrame>
        <p:nvGraphicFramePr>
          <p:cNvPr id="7" name="Diagram 6"/>
          <p:cNvGraphicFramePr/>
          <p:nvPr>
            <p:extLst>
              <p:ext uri="{D42A27DB-BD31-4B8C-83A1-F6EECF244321}">
                <p14:modId xmlns:p14="http://schemas.microsoft.com/office/powerpoint/2010/main" val="3124293936"/>
              </p:ext>
            </p:extLst>
          </p:nvPr>
        </p:nvGraphicFramePr>
        <p:xfrm>
          <a:off x="412315" y="4034970"/>
          <a:ext cx="4391914" cy="28230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9" name="Straight Connector 8"/>
          <p:cNvCxnSpPr/>
          <p:nvPr/>
        </p:nvCxnSpPr>
        <p:spPr>
          <a:xfrm flipH="1">
            <a:off x="5515429" y="827314"/>
            <a:ext cx="14514" cy="181428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4609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457" y="0"/>
            <a:ext cx="10515600" cy="1325563"/>
          </a:xfrm>
        </p:spPr>
        <p:txBody>
          <a:bodyPr>
            <a:normAutofit/>
          </a:bodyPr>
          <a:lstStyle/>
          <a:p>
            <a:r>
              <a:rPr lang="en-US" sz="4000" b="1" u="sng" dirty="0" smtClean="0">
                <a:solidFill>
                  <a:srgbClr val="FF0000"/>
                </a:solidFill>
              </a:rPr>
              <a:t>CUMILLA Router Command:</a:t>
            </a:r>
            <a:endParaRPr lang="en-US" sz="4000" b="1" u="sng" dirty="0">
              <a:solidFill>
                <a:srgbClr val="FF0000"/>
              </a:solidFill>
            </a:endParaRPr>
          </a:p>
        </p:txBody>
      </p:sp>
      <p:sp>
        <p:nvSpPr>
          <p:cNvPr id="4" name="TextBox 3"/>
          <p:cNvSpPr txBox="1"/>
          <p:nvPr/>
        </p:nvSpPr>
        <p:spPr>
          <a:xfrm>
            <a:off x="320457" y="1137283"/>
            <a:ext cx="6936686" cy="2062103"/>
          </a:xfrm>
          <a:prstGeom prst="rect">
            <a:avLst/>
          </a:prstGeom>
          <a:noFill/>
        </p:spPr>
        <p:txBody>
          <a:bodyPr wrap="square" rtlCol="0">
            <a:spAutoFit/>
          </a:bodyPr>
          <a:lstStyle/>
          <a:p>
            <a:r>
              <a:rPr lang="en-US" sz="2000" b="1" i="1" dirty="0"/>
              <a:t>#Give IP in Interface</a:t>
            </a:r>
          </a:p>
          <a:p>
            <a:r>
              <a:rPr lang="en-US" dirty="0"/>
              <a:t>CUMILLA(config)#interface gigabitEthernet 0/1</a:t>
            </a:r>
          </a:p>
          <a:p>
            <a:r>
              <a:rPr lang="en-US" dirty="0"/>
              <a:t>CUMILLA(config-if)#no shutdown </a:t>
            </a:r>
          </a:p>
          <a:p>
            <a:r>
              <a:rPr lang="en-US" dirty="0"/>
              <a:t>CUMILLA(config-if)#ip address 201.0.0.2 255.255.255.252</a:t>
            </a:r>
          </a:p>
          <a:p>
            <a:r>
              <a:rPr lang="en-US" dirty="0"/>
              <a:t>CUMILLA(config-if)#exit</a:t>
            </a:r>
          </a:p>
          <a:p>
            <a:endParaRPr lang="en-US" dirty="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5968" y="2578773"/>
            <a:ext cx="6688832" cy="4036948"/>
          </a:xfrm>
          <a:prstGeom prst="rect">
            <a:avLst/>
          </a:prstGeom>
          <a:ln>
            <a:noFill/>
          </a:ln>
          <a:effectLst>
            <a:outerShdw blurRad="190500" algn="tl" rotWithShape="0">
              <a:srgbClr val="000000">
                <a:alpha val="70000"/>
              </a:srgbClr>
            </a:outerShdw>
          </a:effectLst>
        </p:spPr>
      </p:pic>
      <p:sp>
        <p:nvSpPr>
          <p:cNvPr id="6" name="Rectangle 5"/>
          <p:cNvSpPr/>
          <p:nvPr/>
        </p:nvSpPr>
        <p:spPr>
          <a:xfrm>
            <a:off x="6529514" y="1137283"/>
            <a:ext cx="6096000" cy="646331"/>
          </a:xfrm>
          <a:prstGeom prst="rect">
            <a:avLst/>
          </a:prstGeom>
        </p:spPr>
        <p:txBody>
          <a:bodyPr>
            <a:spAutoFit/>
          </a:bodyPr>
          <a:lstStyle/>
          <a:p>
            <a:r>
              <a:rPr lang="en-US" b="1" i="1" dirty="0"/>
              <a:t>#Default Route Towards ISP_C</a:t>
            </a:r>
          </a:p>
          <a:p>
            <a:r>
              <a:rPr lang="en-US" dirty="0"/>
              <a:t>CUMILLA(config)#ip route 0.0.0.0 0.0.0.0 201.0.0.1</a:t>
            </a:r>
          </a:p>
        </p:txBody>
      </p:sp>
      <p:graphicFrame>
        <p:nvGraphicFramePr>
          <p:cNvPr id="9" name="Diagram 8"/>
          <p:cNvGraphicFramePr/>
          <p:nvPr>
            <p:extLst>
              <p:ext uri="{D42A27DB-BD31-4B8C-83A1-F6EECF244321}">
                <p14:modId xmlns:p14="http://schemas.microsoft.com/office/powerpoint/2010/main" val="2605532052"/>
              </p:ext>
            </p:extLst>
          </p:nvPr>
        </p:nvGraphicFramePr>
        <p:xfrm>
          <a:off x="320457" y="2908299"/>
          <a:ext cx="4725511" cy="3707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1" name="Straight Connector 10"/>
          <p:cNvCxnSpPr/>
          <p:nvPr/>
        </p:nvCxnSpPr>
        <p:spPr>
          <a:xfrm>
            <a:off x="6413500" y="1220788"/>
            <a:ext cx="0" cy="45805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79610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2267" y="487993"/>
            <a:ext cx="6128533" cy="2893100"/>
          </a:xfrm>
          <a:prstGeom prst="rect">
            <a:avLst/>
          </a:prstGeom>
          <a:noFill/>
        </p:spPr>
        <p:txBody>
          <a:bodyPr wrap="square" rtlCol="0">
            <a:spAutoFit/>
          </a:bodyPr>
          <a:lstStyle/>
          <a:p>
            <a:r>
              <a:rPr lang="en-US" sz="2000" b="1" i="1" dirty="0"/>
              <a:t>#SetUp NAT(pat)</a:t>
            </a:r>
          </a:p>
          <a:p>
            <a:r>
              <a:rPr lang="en-US" dirty="0"/>
              <a:t>CUMILLA(config)#access-list 20 permit 192.168.50.0 0.0.0.255</a:t>
            </a:r>
          </a:p>
          <a:p>
            <a:r>
              <a:rPr lang="en-US" dirty="0"/>
              <a:t>CUMILLA(config)#access-list 20 permit 192.168.60.0 0.0.0.255</a:t>
            </a:r>
          </a:p>
          <a:p>
            <a:r>
              <a:rPr lang="en-US" dirty="0"/>
              <a:t>CUMILLA(config)#access-list 20 permit 192.168.70.0 0.0.0.255</a:t>
            </a:r>
          </a:p>
          <a:p>
            <a:endParaRPr lang="en-US" dirty="0"/>
          </a:p>
          <a:p>
            <a:r>
              <a:rPr lang="en-US" dirty="0"/>
              <a:t>CUMILLA(config)#ip nat pool pool1 201.0.0.2 201.0.0.2 netmask 255.255.255.252</a:t>
            </a:r>
          </a:p>
          <a:p>
            <a:r>
              <a:rPr lang="en-US" dirty="0"/>
              <a:t>CUMILLA(config)#ip nat inside source list 20 pool pool1 overload</a:t>
            </a:r>
          </a:p>
          <a:p>
            <a:endParaRPr lang="en-US" dirty="0" smtClean="0"/>
          </a:p>
        </p:txBody>
      </p:sp>
      <p:sp>
        <p:nvSpPr>
          <p:cNvPr id="2" name="Rectangle 1"/>
          <p:cNvSpPr/>
          <p:nvPr/>
        </p:nvSpPr>
        <p:spPr>
          <a:xfrm>
            <a:off x="7137400" y="735043"/>
            <a:ext cx="6096000" cy="4524315"/>
          </a:xfrm>
          <a:prstGeom prst="rect">
            <a:avLst/>
          </a:prstGeom>
        </p:spPr>
        <p:txBody>
          <a:bodyPr>
            <a:spAutoFit/>
          </a:bodyPr>
          <a:lstStyle/>
          <a:p>
            <a:r>
              <a:rPr lang="en-US" dirty="0"/>
              <a:t>CUMILLA(config)#interface gigabitEthernet 0/0.10</a:t>
            </a:r>
          </a:p>
          <a:p>
            <a:r>
              <a:rPr lang="en-US" dirty="0"/>
              <a:t>CUMILLA(config-subif)#ip nat inside</a:t>
            </a:r>
          </a:p>
          <a:p>
            <a:r>
              <a:rPr lang="en-US" dirty="0"/>
              <a:t>CUMILLA(config-subif)#exit</a:t>
            </a:r>
          </a:p>
          <a:p>
            <a:endParaRPr lang="en-US" dirty="0"/>
          </a:p>
          <a:p>
            <a:r>
              <a:rPr lang="en-US" dirty="0"/>
              <a:t>CUMILLA(config)#interface gigabitEthernet 0/0.20</a:t>
            </a:r>
          </a:p>
          <a:p>
            <a:r>
              <a:rPr lang="en-US" dirty="0"/>
              <a:t>CUMILLA(config-subif)#ip nat inside</a:t>
            </a:r>
          </a:p>
          <a:p>
            <a:r>
              <a:rPr lang="en-US" dirty="0"/>
              <a:t>CUMILLA(config-subif)#exit</a:t>
            </a:r>
          </a:p>
          <a:p>
            <a:endParaRPr lang="en-US" dirty="0"/>
          </a:p>
          <a:p>
            <a:r>
              <a:rPr lang="en-US" dirty="0"/>
              <a:t>CUMILLA(config)#interface gigabitEthernet 0/0.30</a:t>
            </a:r>
          </a:p>
          <a:p>
            <a:r>
              <a:rPr lang="en-US" dirty="0"/>
              <a:t>CUMILLA(config-subif)#ip nat inside</a:t>
            </a:r>
          </a:p>
          <a:p>
            <a:r>
              <a:rPr lang="en-US" dirty="0"/>
              <a:t>CUMILLA(config-subif)#exit</a:t>
            </a:r>
          </a:p>
          <a:p>
            <a:endParaRPr lang="en-US" dirty="0"/>
          </a:p>
          <a:p>
            <a:r>
              <a:rPr lang="en-US" dirty="0"/>
              <a:t>CUMILLA(config)#interface gigabitEthernet 0/1</a:t>
            </a:r>
          </a:p>
          <a:p>
            <a:r>
              <a:rPr lang="en-US" dirty="0"/>
              <a:t>CUMILLA(config-if)#ip nat outside </a:t>
            </a:r>
          </a:p>
          <a:p>
            <a:r>
              <a:rPr lang="en-US" dirty="0"/>
              <a:t>CUMILLA(config-if)#exit</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3414" r="5399"/>
          <a:stretch/>
        </p:blipFill>
        <p:spPr>
          <a:xfrm>
            <a:off x="457200" y="3381093"/>
            <a:ext cx="5346700" cy="3329534"/>
          </a:xfrm>
          <a:prstGeom prst="rect">
            <a:avLst/>
          </a:prstGeom>
          <a:ln>
            <a:noFill/>
          </a:ln>
          <a:effectLst>
            <a:outerShdw blurRad="190500" algn="tl" rotWithShape="0">
              <a:srgbClr val="000000">
                <a:alpha val="70000"/>
              </a:srgbClr>
            </a:outerShdw>
          </a:effectLst>
        </p:spPr>
      </p:pic>
      <p:cxnSp>
        <p:nvCxnSpPr>
          <p:cNvPr id="6" name="Straight Connector 5"/>
          <p:cNvCxnSpPr/>
          <p:nvPr/>
        </p:nvCxnSpPr>
        <p:spPr>
          <a:xfrm flipH="1">
            <a:off x="6981372" y="856342"/>
            <a:ext cx="14514" cy="393337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8" name="Diagram 7"/>
          <p:cNvGraphicFramePr/>
          <p:nvPr>
            <p:extLst>
              <p:ext uri="{D42A27DB-BD31-4B8C-83A1-F6EECF244321}">
                <p14:modId xmlns:p14="http://schemas.microsoft.com/office/powerpoint/2010/main" val="3530679225"/>
              </p:ext>
            </p:extLst>
          </p:nvPr>
        </p:nvGraphicFramePr>
        <p:xfrm>
          <a:off x="5803900" y="4992914"/>
          <a:ext cx="6388100" cy="1865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609338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789" y="0"/>
            <a:ext cx="10515600" cy="1325563"/>
          </a:xfrm>
        </p:spPr>
        <p:txBody>
          <a:bodyPr>
            <a:normAutofit/>
          </a:bodyPr>
          <a:lstStyle/>
          <a:p>
            <a:r>
              <a:rPr lang="en-US" sz="4000" b="1" u="sng" dirty="0" smtClean="0">
                <a:solidFill>
                  <a:srgbClr val="FF0000"/>
                </a:solidFill>
              </a:rPr>
              <a:t>ISP-C Router Command:</a:t>
            </a:r>
            <a:endParaRPr lang="en-US" sz="4000" b="1" u="sng" dirty="0">
              <a:solidFill>
                <a:srgbClr val="FF0000"/>
              </a:solidFill>
            </a:endParaRPr>
          </a:p>
        </p:txBody>
      </p:sp>
      <p:sp>
        <p:nvSpPr>
          <p:cNvPr id="4" name="TextBox 3"/>
          <p:cNvSpPr txBox="1"/>
          <p:nvPr/>
        </p:nvSpPr>
        <p:spPr>
          <a:xfrm>
            <a:off x="399789" y="1091637"/>
            <a:ext cx="5674291" cy="5078313"/>
          </a:xfrm>
          <a:prstGeom prst="rect">
            <a:avLst/>
          </a:prstGeom>
          <a:noFill/>
        </p:spPr>
        <p:txBody>
          <a:bodyPr wrap="square" rtlCol="0">
            <a:spAutoFit/>
          </a:bodyPr>
          <a:lstStyle/>
          <a:p>
            <a:r>
              <a:rPr lang="en-US" b="1" i="1" dirty="0"/>
              <a:t>#Basic Config:</a:t>
            </a:r>
          </a:p>
          <a:p>
            <a:r>
              <a:rPr lang="en-US" dirty="0"/>
              <a:t>Router&gt;enable</a:t>
            </a:r>
          </a:p>
          <a:p>
            <a:r>
              <a:rPr lang="en-US" dirty="0"/>
              <a:t>Router#configure terminal</a:t>
            </a:r>
          </a:p>
          <a:p>
            <a:r>
              <a:rPr lang="en-US" dirty="0"/>
              <a:t>Router(config)#hostname ISP_C</a:t>
            </a:r>
          </a:p>
          <a:p>
            <a:r>
              <a:rPr lang="en-US" dirty="0"/>
              <a:t>ISP_C(config)#no ip domain-lookup </a:t>
            </a:r>
          </a:p>
          <a:p>
            <a:r>
              <a:rPr lang="en-US" dirty="0"/>
              <a:t>ISP_C(config)#line con 0</a:t>
            </a:r>
          </a:p>
          <a:p>
            <a:r>
              <a:rPr lang="en-US" dirty="0"/>
              <a:t>ISP_C(config-line)#exec-timeout 0</a:t>
            </a:r>
          </a:p>
          <a:p>
            <a:r>
              <a:rPr lang="en-US" dirty="0"/>
              <a:t>ISP_C(config-line)#exit</a:t>
            </a:r>
          </a:p>
          <a:p>
            <a:endParaRPr lang="en-US" dirty="0"/>
          </a:p>
          <a:p>
            <a:r>
              <a:rPr lang="en-US" dirty="0"/>
              <a:t>ISP_C(config)#interface gigabitEthernet 0/1</a:t>
            </a:r>
          </a:p>
          <a:p>
            <a:r>
              <a:rPr lang="en-US" dirty="0"/>
              <a:t>ISP_C(config-if)#no shutdown </a:t>
            </a:r>
          </a:p>
          <a:p>
            <a:r>
              <a:rPr lang="en-US" dirty="0"/>
              <a:t>ISP_C(config-if)#ip address 201.0.0.1 255.255.255.252</a:t>
            </a:r>
          </a:p>
          <a:p>
            <a:r>
              <a:rPr lang="en-US" dirty="0"/>
              <a:t>ISP_C(config-if)#exit</a:t>
            </a:r>
          </a:p>
          <a:p>
            <a:r>
              <a:rPr lang="en-US" dirty="0"/>
              <a:t> </a:t>
            </a:r>
          </a:p>
          <a:p>
            <a:r>
              <a:rPr lang="en-US" dirty="0"/>
              <a:t>ISP_C(config-if)#interface gigabitEthernet 0/0</a:t>
            </a:r>
          </a:p>
          <a:p>
            <a:r>
              <a:rPr lang="en-US" dirty="0"/>
              <a:t>ISP_C(config-if)#no shutdown </a:t>
            </a:r>
          </a:p>
          <a:p>
            <a:r>
              <a:rPr lang="en-US" dirty="0"/>
              <a:t>ISP_C(config-if)#ip address 12.0.0.2 255.255.255.252</a:t>
            </a:r>
          </a:p>
          <a:p>
            <a:r>
              <a:rPr lang="en-US" dirty="0"/>
              <a:t>ISP_C(config-if)#exit </a:t>
            </a:r>
          </a:p>
        </p:txBody>
      </p:sp>
      <p:sp>
        <p:nvSpPr>
          <p:cNvPr id="5" name="TextBox 4"/>
          <p:cNvSpPr txBox="1"/>
          <p:nvPr/>
        </p:nvSpPr>
        <p:spPr>
          <a:xfrm>
            <a:off x="7565720" y="946494"/>
            <a:ext cx="4935255" cy="1200329"/>
          </a:xfrm>
          <a:prstGeom prst="rect">
            <a:avLst/>
          </a:prstGeom>
          <a:noFill/>
        </p:spPr>
        <p:txBody>
          <a:bodyPr wrap="square" rtlCol="0">
            <a:spAutoFit/>
          </a:bodyPr>
          <a:lstStyle/>
          <a:p>
            <a:endParaRPr lang="en-US" dirty="0"/>
          </a:p>
          <a:p>
            <a:r>
              <a:rPr lang="en-US" b="1" i="1" dirty="0" smtClean="0"/>
              <a:t>#Default </a:t>
            </a:r>
            <a:r>
              <a:rPr lang="en-US" b="1" i="1" dirty="0"/>
              <a:t>Route </a:t>
            </a:r>
            <a:r>
              <a:rPr lang="en-US" b="1" i="1" dirty="0" smtClean="0"/>
              <a:t>Towards </a:t>
            </a:r>
            <a:r>
              <a:rPr lang="en-US" b="1" i="1" dirty="0"/>
              <a:t>IIG :</a:t>
            </a:r>
          </a:p>
          <a:p>
            <a:r>
              <a:rPr lang="en-US" dirty="0"/>
              <a:t>ISP_C(config)#ip route 0.0.0.0 0.0.0.0 12.0.0.1</a:t>
            </a:r>
          </a:p>
          <a:p>
            <a:endParaRPr lang="en-US" dirty="0"/>
          </a:p>
        </p:txBody>
      </p:sp>
      <p:cxnSp>
        <p:nvCxnSpPr>
          <p:cNvPr id="7" name="Straight Connector 6"/>
          <p:cNvCxnSpPr/>
          <p:nvPr/>
        </p:nvCxnSpPr>
        <p:spPr>
          <a:xfrm flipH="1">
            <a:off x="7422565" y="807622"/>
            <a:ext cx="12526" cy="1478071"/>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27166"/>
          <a:stretch/>
        </p:blipFill>
        <p:spPr>
          <a:xfrm>
            <a:off x="5839647" y="2494554"/>
            <a:ext cx="3190887" cy="427649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9" name="Diagram 8"/>
          <p:cNvGraphicFramePr/>
          <p:nvPr>
            <p:extLst>
              <p:ext uri="{D42A27DB-BD31-4B8C-83A1-F6EECF244321}">
                <p14:modId xmlns:p14="http://schemas.microsoft.com/office/powerpoint/2010/main" val="2728816153"/>
              </p:ext>
            </p:extLst>
          </p:nvPr>
        </p:nvGraphicFramePr>
        <p:xfrm>
          <a:off x="9027886" y="2451889"/>
          <a:ext cx="3164114" cy="4319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85555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893" y="0"/>
            <a:ext cx="10515600" cy="1325563"/>
          </a:xfrm>
        </p:spPr>
        <p:txBody>
          <a:bodyPr>
            <a:normAutofit/>
          </a:bodyPr>
          <a:lstStyle/>
          <a:p>
            <a:r>
              <a:rPr lang="en-US" sz="4000" b="1" u="sng" dirty="0" smtClean="0">
                <a:solidFill>
                  <a:srgbClr val="FF0000"/>
                </a:solidFill>
              </a:rPr>
              <a:t>CTG Router Command:</a:t>
            </a:r>
            <a:endParaRPr lang="en-US" sz="4000" b="1" u="sng" dirty="0">
              <a:solidFill>
                <a:srgbClr val="FF0000"/>
              </a:solidFill>
            </a:endParaRPr>
          </a:p>
        </p:txBody>
      </p:sp>
      <p:sp>
        <p:nvSpPr>
          <p:cNvPr id="4" name="TextBox 3"/>
          <p:cNvSpPr txBox="1"/>
          <p:nvPr/>
        </p:nvSpPr>
        <p:spPr>
          <a:xfrm>
            <a:off x="449893" y="1027134"/>
            <a:ext cx="5411244" cy="1754326"/>
          </a:xfrm>
          <a:prstGeom prst="rect">
            <a:avLst/>
          </a:prstGeom>
          <a:noFill/>
        </p:spPr>
        <p:txBody>
          <a:bodyPr wrap="square" rtlCol="0">
            <a:spAutoFit/>
          </a:bodyPr>
          <a:lstStyle/>
          <a:p>
            <a:r>
              <a:rPr lang="en-US" b="1" i="1" dirty="0"/>
              <a:t>#give ip in </a:t>
            </a:r>
            <a:r>
              <a:rPr lang="en-US" b="1" i="1" dirty="0" smtClean="0"/>
              <a:t>Interface :</a:t>
            </a:r>
            <a:endParaRPr lang="en-US" b="1" i="1" dirty="0"/>
          </a:p>
          <a:p>
            <a:r>
              <a:rPr lang="en-US" dirty="0"/>
              <a:t>CTG(config)#interface gigabitEthernet 0/1</a:t>
            </a:r>
          </a:p>
          <a:p>
            <a:r>
              <a:rPr lang="en-US" dirty="0"/>
              <a:t>CTG(config-if)#no shutdown</a:t>
            </a:r>
          </a:p>
          <a:p>
            <a:r>
              <a:rPr lang="en-US" dirty="0"/>
              <a:t>CTG(config-if)#ip address 202.0.0.2 255.255.255.252</a:t>
            </a:r>
          </a:p>
          <a:p>
            <a:r>
              <a:rPr lang="en-US" dirty="0"/>
              <a:t>CTG(config-if)#exit</a:t>
            </a:r>
          </a:p>
          <a:p>
            <a:endParaRPr lang="en-US" dirty="0"/>
          </a:p>
        </p:txBody>
      </p:sp>
      <p:cxnSp>
        <p:nvCxnSpPr>
          <p:cNvPr id="8" name="Straight Connector 7"/>
          <p:cNvCxnSpPr/>
          <p:nvPr/>
        </p:nvCxnSpPr>
        <p:spPr>
          <a:xfrm>
            <a:off x="7412052" y="998110"/>
            <a:ext cx="4748" cy="1002808"/>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7581900" y="1027134"/>
            <a:ext cx="6096000" cy="646331"/>
          </a:xfrm>
          <a:prstGeom prst="rect">
            <a:avLst/>
          </a:prstGeom>
        </p:spPr>
        <p:txBody>
          <a:bodyPr>
            <a:spAutoFit/>
          </a:bodyPr>
          <a:lstStyle/>
          <a:p>
            <a:r>
              <a:rPr lang="en-US" b="1" i="1" dirty="0"/>
              <a:t>#</a:t>
            </a:r>
            <a:r>
              <a:rPr lang="en-US" b="1" i="1" dirty="0" smtClean="0"/>
              <a:t>Default </a:t>
            </a:r>
            <a:r>
              <a:rPr lang="en-US" b="1" i="1" dirty="0"/>
              <a:t>Route towards ISP_B :</a:t>
            </a:r>
          </a:p>
          <a:p>
            <a:r>
              <a:rPr lang="en-US" dirty="0"/>
              <a:t>CTG(config)#ip route 0.0.0.0 0.0.0.0 202.0.0.1</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893" y="3036251"/>
            <a:ext cx="7281836" cy="3329348"/>
          </a:xfrm>
          <a:prstGeom prst="rect">
            <a:avLst/>
          </a:prstGeom>
          <a:ln>
            <a:noFill/>
          </a:ln>
          <a:effectLst>
            <a:outerShdw blurRad="190500" algn="tl" rotWithShape="0">
              <a:srgbClr val="000000">
                <a:alpha val="70000"/>
              </a:srgbClr>
            </a:outerShdw>
          </a:effectLst>
        </p:spPr>
      </p:pic>
      <p:graphicFrame>
        <p:nvGraphicFramePr>
          <p:cNvPr id="12" name="Diagram 11"/>
          <p:cNvGraphicFramePr/>
          <p:nvPr>
            <p:extLst>
              <p:ext uri="{D42A27DB-BD31-4B8C-83A1-F6EECF244321}">
                <p14:modId xmlns:p14="http://schemas.microsoft.com/office/powerpoint/2010/main" val="4196592325"/>
              </p:ext>
            </p:extLst>
          </p:nvPr>
        </p:nvGraphicFramePr>
        <p:xfrm>
          <a:off x="7823200" y="2921001"/>
          <a:ext cx="4368800" cy="3822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73801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0050" y="413088"/>
            <a:ext cx="8705850" cy="2308324"/>
          </a:xfrm>
          <a:prstGeom prst="rect">
            <a:avLst/>
          </a:prstGeom>
        </p:spPr>
        <p:txBody>
          <a:bodyPr wrap="square">
            <a:spAutoFit/>
          </a:bodyPr>
          <a:lstStyle/>
          <a:p>
            <a:r>
              <a:rPr lang="en-US" b="1" dirty="0"/>
              <a:t>#NAT(PAT) Setup :</a:t>
            </a:r>
          </a:p>
          <a:p>
            <a:r>
              <a:rPr lang="en-US" dirty="0"/>
              <a:t>CTG(config)#access-list 30 permit 192.168.80.0 0.0.0.255</a:t>
            </a:r>
          </a:p>
          <a:p>
            <a:r>
              <a:rPr lang="en-US" dirty="0"/>
              <a:t>CTG(config)#access-list 30 permit 192.168.90.0 0.0.0.255</a:t>
            </a:r>
          </a:p>
          <a:p>
            <a:endParaRPr lang="en-US" dirty="0"/>
          </a:p>
          <a:p>
            <a:r>
              <a:rPr lang="en-US" dirty="0"/>
              <a:t>CTG(config)#ip nat pool p1 202.0.0.2 202.0.0.2 netmask 255.255.255.252</a:t>
            </a:r>
          </a:p>
          <a:p>
            <a:r>
              <a:rPr lang="en-US" dirty="0"/>
              <a:t>CTG(config)#ip nat inside source list 30 pool p1 </a:t>
            </a:r>
            <a:r>
              <a:rPr lang="en-US" dirty="0" smtClean="0"/>
              <a:t>overload</a:t>
            </a:r>
          </a:p>
          <a:p>
            <a:endParaRPr lang="en-US" dirty="0"/>
          </a:p>
          <a:p>
            <a:endParaRPr lang="en-US" dirty="0"/>
          </a:p>
        </p:txBody>
      </p:sp>
      <p:sp>
        <p:nvSpPr>
          <p:cNvPr id="5" name="Rectangle 4"/>
          <p:cNvSpPr/>
          <p:nvPr/>
        </p:nvSpPr>
        <p:spPr>
          <a:xfrm>
            <a:off x="7785100" y="525840"/>
            <a:ext cx="6096000" cy="3416320"/>
          </a:xfrm>
          <a:prstGeom prst="rect">
            <a:avLst/>
          </a:prstGeom>
        </p:spPr>
        <p:txBody>
          <a:bodyPr>
            <a:spAutoFit/>
          </a:bodyPr>
          <a:lstStyle/>
          <a:p>
            <a:r>
              <a:rPr lang="en-US" sz="2000" b="1" i="1" dirty="0" smtClean="0"/>
              <a:t>#Apply in Interface :</a:t>
            </a:r>
          </a:p>
          <a:p>
            <a:r>
              <a:rPr lang="en-US" dirty="0" smtClean="0"/>
              <a:t>CTG(config</a:t>
            </a:r>
            <a:r>
              <a:rPr lang="en-US" dirty="0"/>
              <a:t>)#interface gigabitEthernet 0/0.10</a:t>
            </a:r>
          </a:p>
          <a:p>
            <a:r>
              <a:rPr lang="en-US" dirty="0"/>
              <a:t>CTG(config-subif)#ip nat inside </a:t>
            </a:r>
          </a:p>
          <a:p>
            <a:r>
              <a:rPr lang="en-US" dirty="0"/>
              <a:t>CTG(config-subif)#exit</a:t>
            </a:r>
          </a:p>
          <a:p>
            <a:endParaRPr lang="en-US" dirty="0"/>
          </a:p>
          <a:p>
            <a:r>
              <a:rPr lang="en-US" dirty="0"/>
              <a:t>CTG(config)#interface gigabitEthernet 0/0.20</a:t>
            </a:r>
          </a:p>
          <a:p>
            <a:r>
              <a:rPr lang="en-US" dirty="0"/>
              <a:t>CTG(config-subif)#ip nat inside </a:t>
            </a:r>
          </a:p>
          <a:p>
            <a:r>
              <a:rPr lang="en-US" dirty="0"/>
              <a:t>CTG(config-subif)#exit</a:t>
            </a:r>
          </a:p>
          <a:p>
            <a:endParaRPr lang="en-US" dirty="0"/>
          </a:p>
          <a:p>
            <a:r>
              <a:rPr lang="en-US" dirty="0"/>
              <a:t>CTG(config)#interface gigabitEthernet 0/1</a:t>
            </a:r>
          </a:p>
          <a:p>
            <a:r>
              <a:rPr lang="en-US" dirty="0"/>
              <a:t>CTG(config-if)#ip nat outside </a:t>
            </a:r>
          </a:p>
          <a:p>
            <a:r>
              <a:rPr lang="en-US" dirty="0"/>
              <a:t>CTG(config-if)#exit</a:t>
            </a:r>
          </a:p>
        </p:txBody>
      </p:sp>
      <p:cxnSp>
        <p:nvCxnSpPr>
          <p:cNvPr id="7" name="Straight Connector 6"/>
          <p:cNvCxnSpPr/>
          <p:nvPr/>
        </p:nvCxnSpPr>
        <p:spPr>
          <a:xfrm flipH="1">
            <a:off x="7581900" y="685800"/>
            <a:ext cx="25400" cy="309880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16581" r="2545"/>
          <a:stretch/>
        </p:blipFill>
        <p:spPr>
          <a:xfrm>
            <a:off x="139700" y="3349724"/>
            <a:ext cx="7353300" cy="3229372"/>
          </a:xfrm>
          <a:prstGeom prst="rect">
            <a:avLst/>
          </a:prstGeom>
          <a:ln>
            <a:noFill/>
          </a:ln>
          <a:effectLst>
            <a:outerShdw blurRad="190500" algn="tl" rotWithShape="0">
              <a:srgbClr val="000000">
                <a:alpha val="70000"/>
              </a:srgbClr>
            </a:outerShdw>
          </a:effectLst>
        </p:spPr>
      </p:pic>
      <p:graphicFrame>
        <p:nvGraphicFramePr>
          <p:cNvPr id="12" name="Diagram 11"/>
          <p:cNvGraphicFramePr/>
          <p:nvPr>
            <p:extLst>
              <p:ext uri="{D42A27DB-BD31-4B8C-83A1-F6EECF244321}">
                <p14:modId xmlns:p14="http://schemas.microsoft.com/office/powerpoint/2010/main" val="2862059821"/>
              </p:ext>
            </p:extLst>
          </p:nvPr>
        </p:nvGraphicFramePr>
        <p:xfrm>
          <a:off x="400050" y="2234000"/>
          <a:ext cx="6724650"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p:cNvGraphicFramePr/>
          <p:nvPr>
            <p:extLst>
              <p:ext uri="{D42A27DB-BD31-4B8C-83A1-F6EECF244321}">
                <p14:modId xmlns:p14="http://schemas.microsoft.com/office/powerpoint/2010/main" val="4015477156"/>
              </p:ext>
            </p:extLst>
          </p:nvPr>
        </p:nvGraphicFramePr>
        <p:xfrm>
          <a:off x="7594600" y="4054912"/>
          <a:ext cx="4597400" cy="252418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8638484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551" y="0"/>
            <a:ext cx="10515600" cy="1325563"/>
          </a:xfrm>
        </p:spPr>
        <p:txBody>
          <a:bodyPr>
            <a:normAutofit/>
          </a:bodyPr>
          <a:lstStyle/>
          <a:p>
            <a:r>
              <a:rPr lang="en-US" sz="4000" b="1" u="sng" dirty="0" smtClean="0">
                <a:solidFill>
                  <a:srgbClr val="FF0000"/>
                </a:solidFill>
              </a:rPr>
              <a:t>ISP-B Router Command:</a:t>
            </a:r>
            <a:endParaRPr lang="en-US" sz="4000" b="1" u="sng" dirty="0">
              <a:solidFill>
                <a:srgbClr val="FF0000"/>
              </a:solidFill>
            </a:endParaRPr>
          </a:p>
        </p:txBody>
      </p:sp>
      <p:sp>
        <p:nvSpPr>
          <p:cNvPr id="4" name="TextBox 3"/>
          <p:cNvSpPr txBox="1"/>
          <p:nvPr/>
        </p:nvSpPr>
        <p:spPr>
          <a:xfrm>
            <a:off x="290286" y="972458"/>
            <a:ext cx="5413827" cy="5355312"/>
          </a:xfrm>
          <a:prstGeom prst="rect">
            <a:avLst/>
          </a:prstGeom>
          <a:noFill/>
        </p:spPr>
        <p:txBody>
          <a:bodyPr wrap="square" rtlCol="0">
            <a:spAutoFit/>
          </a:bodyPr>
          <a:lstStyle/>
          <a:p>
            <a:r>
              <a:rPr lang="en-US" sz="2000" b="1" i="1" dirty="0"/>
              <a:t>#Basic Config:</a:t>
            </a:r>
          </a:p>
          <a:p>
            <a:r>
              <a:rPr lang="en-US" dirty="0"/>
              <a:t>Router&gt;enable</a:t>
            </a:r>
          </a:p>
          <a:p>
            <a:r>
              <a:rPr lang="en-US" dirty="0"/>
              <a:t>Router#configure terminal</a:t>
            </a:r>
          </a:p>
          <a:p>
            <a:r>
              <a:rPr lang="en-US" dirty="0"/>
              <a:t>Router(config)#hostname ISP_B</a:t>
            </a:r>
          </a:p>
          <a:p>
            <a:r>
              <a:rPr lang="en-US" dirty="0"/>
              <a:t>ISP_C(config)#no ip domain-lookup</a:t>
            </a:r>
          </a:p>
          <a:p>
            <a:r>
              <a:rPr lang="en-US" dirty="0"/>
              <a:t>ISP_C(config)#line console 0</a:t>
            </a:r>
          </a:p>
          <a:p>
            <a:r>
              <a:rPr lang="en-US" dirty="0"/>
              <a:t>ISP_C(config-line)#exec-timeout 0</a:t>
            </a:r>
          </a:p>
          <a:p>
            <a:r>
              <a:rPr lang="en-US" dirty="0"/>
              <a:t>ISP_C(config-line)#exit</a:t>
            </a:r>
          </a:p>
          <a:p>
            <a:endParaRPr lang="en-US" dirty="0"/>
          </a:p>
          <a:p>
            <a:r>
              <a:rPr lang="en-US" b="1" i="1" dirty="0"/>
              <a:t>#Give Interface IP :</a:t>
            </a:r>
          </a:p>
          <a:p>
            <a:r>
              <a:rPr lang="en-US" dirty="0"/>
              <a:t>ISP_B(config)#interface gigabitEthernet 0/1</a:t>
            </a:r>
          </a:p>
          <a:p>
            <a:r>
              <a:rPr lang="en-US" dirty="0"/>
              <a:t>ISP_B(config-if)#no shutdown </a:t>
            </a:r>
          </a:p>
          <a:p>
            <a:r>
              <a:rPr lang="en-US" dirty="0"/>
              <a:t>ISP_B(config-if)#ip address 202.0.0.1 255.255.255.252</a:t>
            </a:r>
          </a:p>
          <a:p>
            <a:r>
              <a:rPr lang="en-US" dirty="0"/>
              <a:t>ISP_B(config-if)#exit</a:t>
            </a:r>
          </a:p>
          <a:p>
            <a:endParaRPr lang="en-US" dirty="0"/>
          </a:p>
          <a:p>
            <a:r>
              <a:rPr lang="en-US" dirty="0"/>
              <a:t>ISP_B(config)#interface gigabitEthernet 0/0</a:t>
            </a:r>
          </a:p>
          <a:p>
            <a:r>
              <a:rPr lang="en-US" dirty="0"/>
              <a:t>ISP_B(config-if)#no shutdown </a:t>
            </a:r>
          </a:p>
          <a:p>
            <a:r>
              <a:rPr lang="en-US" dirty="0"/>
              <a:t>ISP_B(config-if)#ip address 13.0.0.2 255.255.255.252</a:t>
            </a:r>
          </a:p>
          <a:p>
            <a:r>
              <a:rPr lang="en-US" dirty="0"/>
              <a:t>ISP_B(config-if)#exit</a:t>
            </a:r>
          </a:p>
        </p:txBody>
      </p:sp>
      <p:sp>
        <p:nvSpPr>
          <p:cNvPr id="5" name="TextBox 4"/>
          <p:cNvSpPr txBox="1"/>
          <p:nvPr/>
        </p:nvSpPr>
        <p:spPr>
          <a:xfrm>
            <a:off x="7474858" y="1107849"/>
            <a:ext cx="4471224" cy="677108"/>
          </a:xfrm>
          <a:prstGeom prst="rect">
            <a:avLst/>
          </a:prstGeom>
          <a:noFill/>
        </p:spPr>
        <p:txBody>
          <a:bodyPr wrap="none" rtlCol="0">
            <a:spAutoFit/>
          </a:bodyPr>
          <a:lstStyle/>
          <a:p>
            <a:r>
              <a:rPr lang="en-US" sz="2000" b="1" i="1" dirty="0"/>
              <a:t>#</a:t>
            </a:r>
            <a:r>
              <a:rPr lang="en-US" sz="2000" b="1" i="1" dirty="0" smtClean="0"/>
              <a:t>Default </a:t>
            </a:r>
            <a:r>
              <a:rPr lang="en-US" sz="2000" b="1" i="1" dirty="0"/>
              <a:t>Route towards IIG</a:t>
            </a:r>
          </a:p>
          <a:p>
            <a:r>
              <a:rPr lang="en-US" dirty="0"/>
              <a:t>ISP_B(config)#ip route 0.0.0.0 0.0.0.0 13.0.0.1</a:t>
            </a:r>
          </a:p>
        </p:txBody>
      </p:sp>
      <p:cxnSp>
        <p:nvCxnSpPr>
          <p:cNvPr id="7" name="Straight Connector 6"/>
          <p:cNvCxnSpPr/>
          <p:nvPr/>
        </p:nvCxnSpPr>
        <p:spPr>
          <a:xfrm>
            <a:off x="7300687" y="972458"/>
            <a:ext cx="0" cy="902116"/>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084" t="-1298" r="1552" b="1298"/>
          <a:stretch/>
        </p:blipFill>
        <p:spPr>
          <a:xfrm>
            <a:off x="5482227" y="2015916"/>
            <a:ext cx="6709773" cy="3354370"/>
          </a:xfrm>
          <a:prstGeom prst="rect">
            <a:avLst/>
          </a:prstGeom>
          <a:ln>
            <a:noFill/>
          </a:ln>
          <a:effectLst>
            <a:outerShdw blurRad="190500" algn="tl" rotWithShape="0">
              <a:srgbClr val="000000">
                <a:alpha val="70000"/>
              </a:srgbClr>
            </a:outerShdw>
          </a:effectLst>
        </p:spPr>
      </p:pic>
      <p:graphicFrame>
        <p:nvGraphicFramePr>
          <p:cNvPr id="8" name="Diagram 7"/>
          <p:cNvGraphicFramePr/>
          <p:nvPr>
            <p:extLst>
              <p:ext uri="{D42A27DB-BD31-4B8C-83A1-F6EECF244321}">
                <p14:modId xmlns:p14="http://schemas.microsoft.com/office/powerpoint/2010/main" val="3511326068"/>
              </p:ext>
            </p:extLst>
          </p:nvPr>
        </p:nvGraphicFramePr>
        <p:xfrm>
          <a:off x="5482227" y="5511628"/>
          <a:ext cx="6709773" cy="13463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64004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0515600" cy="1325563"/>
          </a:xfrm>
        </p:spPr>
        <p:txBody>
          <a:bodyPr>
            <a:normAutofit/>
          </a:bodyPr>
          <a:lstStyle/>
          <a:p>
            <a:r>
              <a:rPr lang="en-US" sz="4000" b="1" u="sng" dirty="0" smtClean="0">
                <a:solidFill>
                  <a:srgbClr val="FF0000"/>
                </a:solidFill>
              </a:rPr>
              <a:t>IIG Router Command :</a:t>
            </a:r>
            <a:endParaRPr lang="en-US" sz="4000" b="1" u="sng" dirty="0">
              <a:solidFill>
                <a:srgbClr val="FF0000"/>
              </a:solidFill>
            </a:endParaRPr>
          </a:p>
        </p:txBody>
      </p:sp>
      <p:sp>
        <p:nvSpPr>
          <p:cNvPr id="5" name="TextBox 4"/>
          <p:cNvSpPr txBox="1"/>
          <p:nvPr/>
        </p:nvSpPr>
        <p:spPr>
          <a:xfrm>
            <a:off x="304800" y="1049791"/>
            <a:ext cx="5099794" cy="5416868"/>
          </a:xfrm>
          <a:prstGeom prst="rect">
            <a:avLst/>
          </a:prstGeom>
          <a:noFill/>
        </p:spPr>
        <p:txBody>
          <a:bodyPr wrap="none" rtlCol="0">
            <a:spAutoFit/>
          </a:bodyPr>
          <a:lstStyle/>
          <a:p>
            <a:r>
              <a:rPr lang="en-US" sz="2000" b="1" i="1" dirty="0"/>
              <a:t>#Basic Config</a:t>
            </a:r>
          </a:p>
          <a:p>
            <a:r>
              <a:rPr lang="en-US" dirty="0"/>
              <a:t>Router&gt;enable</a:t>
            </a:r>
          </a:p>
          <a:p>
            <a:r>
              <a:rPr lang="en-US" dirty="0"/>
              <a:t>Router#configure terminal</a:t>
            </a:r>
          </a:p>
          <a:p>
            <a:r>
              <a:rPr lang="en-US" dirty="0"/>
              <a:t>Router(config)#hostname IIG</a:t>
            </a:r>
          </a:p>
          <a:p>
            <a:r>
              <a:rPr lang="en-US" dirty="0"/>
              <a:t>IIG(config)#no ip domain-lookup</a:t>
            </a:r>
          </a:p>
          <a:p>
            <a:r>
              <a:rPr lang="en-US" dirty="0"/>
              <a:t>IIG(config)#line console 0</a:t>
            </a:r>
          </a:p>
          <a:p>
            <a:r>
              <a:rPr lang="en-US" dirty="0"/>
              <a:t>IIG(config-line)#exec-timeout 0</a:t>
            </a:r>
          </a:p>
          <a:p>
            <a:r>
              <a:rPr lang="en-US" dirty="0"/>
              <a:t>IIG(config-line)#exit</a:t>
            </a:r>
          </a:p>
          <a:p>
            <a:endParaRPr lang="en-US" dirty="0"/>
          </a:p>
          <a:p>
            <a:r>
              <a:rPr lang="en-US" sz="2000" b="1" i="1" dirty="0"/>
              <a:t>#Give IP in Interface :</a:t>
            </a:r>
          </a:p>
          <a:p>
            <a:r>
              <a:rPr lang="en-US" dirty="0"/>
              <a:t>IIG(config)#Interface gigabitEthernet 0/0</a:t>
            </a:r>
          </a:p>
          <a:p>
            <a:r>
              <a:rPr lang="en-US" dirty="0"/>
              <a:t>IIG(config-if)#no shutdown </a:t>
            </a:r>
          </a:p>
          <a:p>
            <a:r>
              <a:rPr lang="en-US" dirty="0"/>
              <a:t>IIG(config-if)#ip address 11.10.10.2 255.255.255.252</a:t>
            </a:r>
          </a:p>
          <a:p>
            <a:r>
              <a:rPr lang="en-US" dirty="0"/>
              <a:t>IIG(config-if)#exit</a:t>
            </a:r>
          </a:p>
          <a:p>
            <a:endParaRPr lang="en-US" dirty="0"/>
          </a:p>
          <a:p>
            <a:r>
              <a:rPr lang="en-US" dirty="0"/>
              <a:t>IIG(config)#Interface gigabitEthernet 0/1</a:t>
            </a:r>
          </a:p>
          <a:p>
            <a:r>
              <a:rPr lang="en-US" dirty="0"/>
              <a:t>IIG(config-if)#no shutdown </a:t>
            </a:r>
          </a:p>
          <a:p>
            <a:r>
              <a:rPr lang="en-US" dirty="0"/>
              <a:t>IIG(config-if)#ip address 13.0.0.1 255.255.255.252</a:t>
            </a:r>
          </a:p>
          <a:p>
            <a:r>
              <a:rPr lang="en-US" dirty="0"/>
              <a:t>IIG(config-if)#exit</a:t>
            </a:r>
          </a:p>
        </p:txBody>
      </p:sp>
      <p:sp>
        <p:nvSpPr>
          <p:cNvPr id="6" name="TextBox 5"/>
          <p:cNvSpPr txBox="1"/>
          <p:nvPr/>
        </p:nvSpPr>
        <p:spPr>
          <a:xfrm>
            <a:off x="6966857" y="1112611"/>
            <a:ext cx="4865756" cy="1200329"/>
          </a:xfrm>
          <a:prstGeom prst="rect">
            <a:avLst/>
          </a:prstGeom>
          <a:noFill/>
        </p:spPr>
        <p:txBody>
          <a:bodyPr wrap="none" rtlCol="0">
            <a:spAutoFit/>
          </a:bodyPr>
          <a:lstStyle/>
          <a:p>
            <a:r>
              <a:rPr lang="en-US" dirty="0"/>
              <a:t>IIG(config)#Interface gigabitEthernet 0/2</a:t>
            </a:r>
          </a:p>
          <a:p>
            <a:r>
              <a:rPr lang="en-US" dirty="0"/>
              <a:t>IIG(config-if)#no shutdown </a:t>
            </a:r>
          </a:p>
          <a:p>
            <a:r>
              <a:rPr lang="en-US" dirty="0"/>
              <a:t>IIG(config-if)#ip address 12.0.0.1 255.255.255.252</a:t>
            </a:r>
          </a:p>
          <a:p>
            <a:r>
              <a:rPr lang="en-US" dirty="0"/>
              <a:t>IIG(config-if)#exit</a:t>
            </a:r>
          </a:p>
        </p:txBody>
      </p:sp>
      <p:cxnSp>
        <p:nvCxnSpPr>
          <p:cNvPr id="8" name="Straight Connector 7"/>
          <p:cNvCxnSpPr/>
          <p:nvPr/>
        </p:nvCxnSpPr>
        <p:spPr>
          <a:xfrm flipH="1">
            <a:off x="6836228" y="1069270"/>
            <a:ext cx="14515" cy="1287009"/>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0117" r="6473" b="6380"/>
          <a:stretch/>
        </p:blipFill>
        <p:spPr>
          <a:xfrm>
            <a:off x="5290957" y="2647414"/>
            <a:ext cx="6901043" cy="2722872"/>
          </a:xfrm>
          <a:prstGeom prst="rect">
            <a:avLst/>
          </a:prstGeom>
          <a:ln>
            <a:noFill/>
          </a:ln>
          <a:effectLst>
            <a:outerShdw blurRad="190500" algn="tl" rotWithShape="0">
              <a:srgbClr val="000000">
                <a:alpha val="70000"/>
              </a:srgbClr>
            </a:outerShdw>
          </a:effectLst>
        </p:spPr>
      </p:pic>
      <p:graphicFrame>
        <p:nvGraphicFramePr>
          <p:cNvPr id="7" name="Diagram 6"/>
          <p:cNvGraphicFramePr/>
          <p:nvPr>
            <p:extLst>
              <p:ext uri="{D42A27DB-BD31-4B8C-83A1-F6EECF244321}">
                <p14:modId xmlns:p14="http://schemas.microsoft.com/office/powerpoint/2010/main" val="376927591"/>
              </p:ext>
            </p:extLst>
          </p:nvPr>
        </p:nvGraphicFramePr>
        <p:xfrm>
          <a:off x="5290957" y="5438461"/>
          <a:ext cx="6787406" cy="14195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68394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4829" y="-406400"/>
            <a:ext cx="10515600" cy="1325563"/>
          </a:xfrm>
        </p:spPr>
        <p:txBody>
          <a:bodyPr>
            <a:normAutofit/>
          </a:bodyPr>
          <a:lstStyle/>
          <a:p>
            <a:r>
              <a:rPr lang="en-US" sz="4000" b="1" u="sng" dirty="0" smtClean="0">
                <a:solidFill>
                  <a:srgbClr val="FF0000"/>
                </a:solidFill>
              </a:rPr>
              <a:t>BGP Config:</a:t>
            </a:r>
            <a:endParaRPr lang="en-US" sz="4000" b="1" u="sng" dirty="0">
              <a:solidFill>
                <a:srgbClr val="FF0000"/>
              </a:solidFill>
            </a:endParaRPr>
          </a:p>
        </p:txBody>
      </p:sp>
      <p:sp>
        <p:nvSpPr>
          <p:cNvPr id="4" name="TextBox 3"/>
          <p:cNvSpPr txBox="1"/>
          <p:nvPr/>
        </p:nvSpPr>
        <p:spPr>
          <a:xfrm>
            <a:off x="518886" y="667657"/>
            <a:ext cx="6202339" cy="6463308"/>
          </a:xfrm>
          <a:prstGeom prst="rect">
            <a:avLst/>
          </a:prstGeom>
          <a:noFill/>
        </p:spPr>
        <p:txBody>
          <a:bodyPr wrap="none" rtlCol="0">
            <a:spAutoFit/>
          </a:bodyPr>
          <a:lstStyle/>
          <a:p>
            <a:r>
              <a:rPr lang="en-US" dirty="0"/>
              <a:t>ISP_A(config)#router bgp 1001</a:t>
            </a:r>
          </a:p>
          <a:p>
            <a:r>
              <a:rPr lang="en-US" dirty="0"/>
              <a:t>ISP_A(config-router)#network 200.0.0.0 mask 255.255.255.252</a:t>
            </a:r>
          </a:p>
          <a:p>
            <a:r>
              <a:rPr lang="en-US" dirty="0"/>
              <a:t>ISP_A(config-router)#network 11.10.10.0 mask 255.255.255.252</a:t>
            </a:r>
          </a:p>
          <a:p>
            <a:r>
              <a:rPr lang="en-US" dirty="0"/>
              <a:t>ISP_A(config-router)#neighbor 11.10.10.2 remote-as 1000</a:t>
            </a:r>
          </a:p>
          <a:p>
            <a:endParaRPr lang="en-US" dirty="0"/>
          </a:p>
          <a:p>
            <a:r>
              <a:rPr lang="en-US" dirty="0"/>
              <a:t>ISP_C(config)#router bgp 1002</a:t>
            </a:r>
          </a:p>
          <a:p>
            <a:r>
              <a:rPr lang="en-US" dirty="0"/>
              <a:t>ISP_C(config-router)#network 201.0.0.0 mask 255.255.255.252</a:t>
            </a:r>
          </a:p>
          <a:p>
            <a:r>
              <a:rPr lang="en-US" dirty="0"/>
              <a:t>ISP_C(config-router)#network 12.0.0.0 mask 255.255.255.252</a:t>
            </a:r>
          </a:p>
          <a:p>
            <a:r>
              <a:rPr lang="en-US" dirty="0"/>
              <a:t>ISP_C(config-router)# neighbor 12.0.0.1 remote-as </a:t>
            </a:r>
            <a:r>
              <a:rPr lang="en-US" dirty="0" smtClean="0"/>
              <a:t>1000</a:t>
            </a:r>
          </a:p>
          <a:p>
            <a:endParaRPr lang="en-US" dirty="0"/>
          </a:p>
          <a:p>
            <a:r>
              <a:rPr lang="en-US" dirty="0"/>
              <a:t>ISP_B(config)#router bgp 1003</a:t>
            </a:r>
          </a:p>
          <a:p>
            <a:r>
              <a:rPr lang="en-US" dirty="0"/>
              <a:t>ISP_B(config-router)#network 202.0.0.0 mask 255.255.255.252</a:t>
            </a:r>
          </a:p>
          <a:p>
            <a:r>
              <a:rPr lang="en-US" dirty="0"/>
              <a:t>ISP_B(config-router)#network 13.0.0.0 mask 255.255.255.252</a:t>
            </a:r>
          </a:p>
          <a:p>
            <a:r>
              <a:rPr lang="en-US" dirty="0"/>
              <a:t>ISP_B(config-router)#neighbor 13.0.0.1 remote-as 1000</a:t>
            </a:r>
          </a:p>
          <a:p>
            <a:endParaRPr lang="en-US" dirty="0"/>
          </a:p>
          <a:p>
            <a:r>
              <a:rPr lang="en-US" dirty="0"/>
              <a:t>IIG(config)#router bgp 1000</a:t>
            </a:r>
          </a:p>
          <a:p>
            <a:r>
              <a:rPr lang="en-US" dirty="0"/>
              <a:t>IIG(config-router)#network 11.10.10.0 mask 255.255.255.252</a:t>
            </a:r>
          </a:p>
          <a:p>
            <a:r>
              <a:rPr lang="en-US" dirty="0"/>
              <a:t>IIG(config-router)#network 12.0.0.0 mask 255.255.255.252</a:t>
            </a:r>
          </a:p>
          <a:p>
            <a:r>
              <a:rPr lang="en-US" dirty="0"/>
              <a:t>IIG(config-router)#network 13.0.0.0 mask 255.255.255.252</a:t>
            </a:r>
          </a:p>
          <a:p>
            <a:r>
              <a:rPr lang="en-US" dirty="0"/>
              <a:t>IIG(config-router)#neighbor 11.10.10.1 remote-as 1001</a:t>
            </a:r>
          </a:p>
          <a:p>
            <a:r>
              <a:rPr lang="en-US" dirty="0"/>
              <a:t>IIG(config-router)#neighbor 12.0.0.2 remote-as 1002</a:t>
            </a:r>
          </a:p>
          <a:p>
            <a:r>
              <a:rPr lang="en-US" dirty="0"/>
              <a:t>IIG(config-router)#neighbor 13.0.0.2 remote-as 1003</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806" t="-2041" r="-395" b="2041"/>
          <a:stretch/>
        </p:blipFill>
        <p:spPr>
          <a:xfrm>
            <a:off x="6628294" y="745122"/>
            <a:ext cx="5570571" cy="228382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6" name="Diagram 5"/>
          <p:cNvGraphicFramePr/>
          <p:nvPr>
            <p:extLst>
              <p:ext uri="{D42A27DB-BD31-4B8C-83A1-F6EECF244321}">
                <p14:modId xmlns:p14="http://schemas.microsoft.com/office/powerpoint/2010/main" val="2876126363"/>
              </p:ext>
            </p:extLst>
          </p:nvPr>
        </p:nvGraphicFramePr>
        <p:xfrm>
          <a:off x="6721225" y="3106415"/>
          <a:ext cx="5477640" cy="3751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90164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64" y="0"/>
            <a:ext cx="10515600" cy="1325563"/>
          </a:xfrm>
        </p:spPr>
        <p:txBody>
          <a:bodyPr>
            <a:normAutofit/>
          </a:bodyPr>
          <a:lstStyle/>
          <a:p>
            <a:r>
              <a:rPr lang="en-US" b="1" dirty="0" smtClean="0">
                <a:solidFill>
                  <a:srgbClr val="FF0000"/>
                </a:solidFill>
              </a:rPr>
              <a:t>VPN Topology :</a:t>
            </a:r>
            <a:endParaRPr lang="en-US" b="1" dirty="0">
              <a:solidFill>
                <a:srgbClr val="FF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64" y="1179456"/>
            <a:ext cx="11967111" cy="2986144"/>
          </a:xfrm>
          <a:prstGeom prst="rect">
            <a:avLst/>
          </a:prstGeom>
        </p:spPr>
      </p:pic>
      <p:sp>
        <p:nvSpPr>
          <p:cNvPr id="5" name="Title 1"/>
          <p:cNvSpPr txBox="1">
            <a:spLocks/>
          </p:cNvSpPr>
          <p:nvPr/>
        </p:nvSpPr>
        <p:spPr>
          <a:xfrm>
            <a:off x="107264"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smtClean="0">
                <a:solidFill>
                  <a:srgbClr val="FF0000"/>
                </a:solidFill>
              </a:rPr>
              <a:t>VPN Topology :</a:t>
            </a:r>
            <a:endParaRPr lang="en-US" b="1" dirty="0">
              <a:solidFill>
                <a:srgbClr val="FF0000"/>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64" y="1179456"/>
            <a:ext cx="11967111" cy="2986144"/>
          </a:xfrm>
          <a:prstGeom prst="rect">
            <a:avLst/>
          </a:prstGeom>
        </p:spPr>
      </p:pic>
      <p:sp>
        <p:nvSpPr>
          <p:cNvPr id="7" name="Rounded Rectangle 6"/>
          <p:cNvSpPr/>
          <p:nvPr/>
        </p:nvSpPr>
        <p:spPr>
          <a:xfrm>
            <a:off x="200000" y="4350000"/>
            <a:ext cx="3780000" cy="2300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1800" b="1" dirty="0">
                <a:solidFill>
                  <a:srgbClr val="FFFFFF"/>
                </a:solidFill>
              </a:rPr>
              <a:t>GRE Tunnel: </a:t>
            </a:r>
            <a:r>
              <a:rPr sz="1700" dirty="0">
                <a:solidFill>
                  <a:srgbClr val="FFFFFF"/>
                </a:solidFill>
              </a:rPr>
              <a:t>A private virtual path between branches over the ISP network. It works like a direct cable.</a:t>
            </a:r>
          </a:p>
        </p:txBody>
      </p:sp>
      <p:sp>
        <p:nvSpPr>
          <p:cNvPr id="8" name="Rounded Rectangle 7"/>
          <p:cNvSpPr/>
          <p:nvPr/>
        </p:nvSpPr>
        <p:spPr>
          <a:xfrm>
            <a:off x="4105000" y="4350000"/>
            <a:ext cx="3780000" cy="2300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1800" b="1" dirty="0">
                <a:solidFill>
                  <a:srgbClr val="FFFFFF"/>
                </a:solidFill>
              </a:rPr>
              <a:t>Tunnel IPs: </a:t>
            </a:r>
            <a:r>
              <a:rPr sz="1700" dirty="0">
                <a:solidFill>
                  <a:srgbClr val="FFFFFF"/>
                </a:solidFill>
              </a:rPr>
              <a:t>Dhaka-Cumilla uses 10.0.0.0/30. Dhaka-CTG uses 10.0.0.4/30. Dhaka is the hub.</a:t>
            </a:r>
          </a:p>
        </p:txBody>
      </p:sp>
      <p:sp>
        <p:nvSpPr>
          <p:cNvPr id="9" name="Rounded Rectangle 8"/>
          <p:cNvSpPr/>
          <p:nvPr/>
        </p:nvSpPr>
        <p:spPr>
          <a:xfrm>
            <a:off x="8010000" y="4350000"/>
            <a:ext cx="3780000" cy="2300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1800" b="1" dirty="0">
                <a:solidFill>
                  <a:srgbClr val="FFFFFF"/>
                </a:solidFill>
              </a:rPr>
              <a:t>OSPF: </a:t>
            </a:r>
            <a:r>
              <a:rPr sz="1700" dirty="0">
                <a:solidFill>
                  <a:srgbClr val="FFFFFF"/>
                </a:solidFill>
              </a:rPr>
              <a:t>OSPF runs over the tunnels. Branches learn each other's LANs automatically.</a:t>
            </a:r>
          </a:p>
        </p:txBody>
      </p:sp>
    </p:spTree>
    <p:extLst>
      <p:ext uri="{BB962C8B-B14F-4D97-AF65-F5344CB8AC3E}">
        <p14:creationId xmlns:p14="http://schemas.microsoft.com/office/powerpoint/2010/main" val="29541089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10515600" cy="1325563"/>
          </a:xfrm>
        </p:spPr>
        <p:txBody>
          <a:bodyPr>
            <a:normAutofit/>
          </a:bodyPr>
          <a:lstStyle/>
          <a:p>
            <a:r>
              <a:rPr lang="en-US" sz="4000" b="1" u="sng" dirty="0" smtClean="0">
                <a:solidFill>
                  <a:srgbClr val="FF0000"/>
                </a:solidFill>
              </a:rPr>
              <a:t>DHAKA Router Command :</a:t>
            </a:r>
            <a:endParaRPr lang="en-US" sz="4000" b="1" u="sng" dirty="0">
              <a:solidFill>
                <a:srgbClr val="FF0000"/>
              </a:solidFill>
            </a:endParaRPr>
          </a:p>
        </p:txBody>
      </p:sp>
      <p:sp>
        <p:nvSpPr>
          <p:cNvPr id="4" name="TextBox 3"/>
          <p:cNvSpPr txBox="1"/>
          <p:nvPr/>
        </p:nvSpPr>
        <p:spPr>
          <a:xfrm>
            <a:off x="228600" y="1146629"/>
            <a:ext cx="5809343" cy="2339102"/>
          </a:xfrm>
          <a:prstGeom prst="rect">
            <a:avLst/>
          </a:prstGeom>
          <a:noFill/>
        </p:spPr>
        <p:txBody>
          <a:bodyPr wrap="square" rtlCol="0">
            <a:spAutoFit/>
          </a:bodyPr>
          <a:lstStyle/>
          <a:p>
            <a:r>
              <a:rPr lang="en-US" sz="2000" b="1" i="1" dirty="0"/>
              <a:t>#Tunnel with Cumilla:</a:t>
            </a:r>
          </a:p>
          <a:p>
            <a:r>
              <a:rPr lang="en-US" dirty="0"/>
              <a:t>DHAKA(config)#interface tunnel 1</a:t>
            </a:r>
          </a:p>
          <a:p>
            <a:r>
              <a:rPr lang="en-US" dirty="0"/>
              <a:t>DHAKA(config-if)#ip address 10.0.0.1 255.255.255.252</a:t>
            </a:r>
          </a:p>
          <a:p>
            <a:r>
              <a:rPr lang="en-US" dirty="0"/>
              <a:t>DHAKA(config-if)#tunnel mode gre ip</a:t>
            </a:r>
          </a:p>
          <a:p>
            <a:r>
              <a:rPr lang="en-US" dirty="0"/>
              <a:t>DHAKA(config-if)#tunnel source gigabitEthernet 0/1</a:t>
            </a:r>
          </a:p>
          <a:p>
            <a:r>
              <a:rPr lang="en-US" dirty="0"/>
              <a:t>DHAKA(config-if)#tunnel destination 201.0.0.2</a:t>
            </a:r>
          </a:p>
          <a:p>
            <a:r>
              <a:rPr lang="en-US" dirty="0"/>
              <a:t>DHAKA(config-if)#exit</a:t>
            </a:r>
          </a:p>
          <a:p>
            <a:endParaRPr lang="en-US" dirty="0"/>
          </a:p>
        </p:txBody>
      </p:sp>
      <p:sp>
        <p:nvSpPr>
          <p:cNvPr id="5" name="TextBox 4"/>
          <p:cNvSpPr txBox="1"/>
          <p:nvPr/>
        </p:nvSpPr>
        <p:spPr>
          <a:xfrm>
            <a:off x="6037943" y="1153773"/>
            <a:ext cx="5573486" cy="2339102"/>
          </a:xfrm>
          <a:prstGeom prst="rect">
            <a:avLst/>
          </a:prstGeom>
          <a:noFill/>
        </p:spPr>
        <p:txBody>
          <a:bodyPr wrap="square" rtlCol="0">
            <a:spAutoFit/>
          </a:bodyPr>
          <a:lstStyle/>
          <a:p>
            <a:r>
              <a:rPr lang="en-US" sz="2000" b="1" i="1" dirty="0" smtClean="0"/>
              <a:t>#Tunnel </a:t>
            </a:r>
            <a:r>
              <a:rPr lang="en-US" sz="2000" b="1" i="1" dirty="0"/>
              <a:t>with CTG</a:t>
            </a:r>
          </a:p>
          <a:p>
            <a:r>
              <a:rPr lang="en-US" dirty="0"/>
              <a:t>DHAKA(config)#interface tunnel 2</a:t>
            </a:r>
          </a:p>
          <a:p>
            <a:r>
              <a:rPr lang="en-US" dirty="0"/>
              <a:t>DHAKA(config-if)#ip address 10.0.0.5 255.255.255.252</a:t>
            </a:r>
          </a:p>
          <a:p>
            <a:r>
              <a:rPr lang="en-US" dirty="0"/>
              <a:t>DHAKA(config-if)#tunnel mode gre ip</a:t>
            </a:r>
          </a:p>
          <a:p>
            <a:r>
              <a:rPr lang="en-US" dirty="0"/>
              <a:t>DHAKA(config-if)#tunnel source gigabitEthernet 0/1</a:t>
            </a:r>
          </a:p>
          <a:p>
            <a:r>
              <a:rPr lang="en-US" dirty="0"/>
              <a:t>DHAKA(config-if)#tunnel destination 202.0.0.2</a:t>
            </a:r>
          </a:p>
          <a:p>
            <a:r>
              <a:rPr lang="en-US" dirty="0"/>
              <a:t>DHAKA(config-if)#exit</a:t>
            </a:r>
          </a:p>
          <a:p>
            <a:endParaRPr lang="en-US" dirty="0"/>
          </a:p>
        </p:txBody>
      </p:sp>
      <p:graphicFrame>
        <p:nvGraphicFramePr>
          <p:cNvPr id="7" name="Diagram 6"/>
          <p:cNvGraphicFramePr/>
          <p:nvPr>
            <p:extLst>
              <p:ext uri="{D42A27DB-BD31-4B8C-83A1-F6EECF244321}">
                <p14:modId xmlns:p14="http://schemas.microsoft.com/office/powerpoint/2010/main" val="1667250005"/>
              </p:ext>
            </p:extLst>
          </p:nvPr>
        </p:nvGraphicFramePr>
        <p:xfrm>
          <a:off x="7607300" y="3271142"/>
          <a:ext cx="4584700" cy="3439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9" name="Straight Connector 8"/>
          <p:cNvCxnSpPr/>
          <p:nvPr/>
        </p:nvCxnSpPr>
        <p:spPr>
          <a:xfrm>
            <a:off x="5829300" y="1325563"/>
            <a:ext cx="0" cy="1697037"/>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rotWithShape="1">
          <a:blip r:embed="rId7">
            <a:extLst>
              <a:ext uri="{28A0092B-C50C-407E-A947-70E740481C1C}">
                <a14:useLocalDpi xmlns:a14="http://schemas.microsoft.com/office/drawing/2010/main" val="0"/>
              </a:ext>
            </a:extLst>
          </a:blip>
          <a:srcRect l="2830" r="1206"/>
          <a:stretch/>
        </p:blipFill>
        <p:spPr>
          <a:xfrm>
            <a:off x="228600" y="3371432"/>
            <a:ext cx="7315201" cy="33396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903333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61258" y="1252195"/>
            <a:ext cx="6096000" cy="2062103"/>
          </a:xfrm>
          <a:prstGeom prst="rect">
            <a:avLst/>
          </a:prstGeom>
        </p:spPr>
        <p:txBody>
          <a:bodyPr>
            <a:spAutoFit/>
          </a:bodyPr>
          <a:lstStyle/>
          <a:p>
            <a:r>
              <a:rPr lang="en-US" sz="2000" b="1" i="1" dirty="0"/>
              <a:t>#Tunnrl With </a:t>
            </a:r>
            <a:r>
              <a:rPr lang="en-US" sz="2000" b="1" i="1" dirty="0" smtClean="0"/>
              <a:t>Dhaka :</a:t>
            </a:r>
            <a:endParaRPr lang="en-US" sz="2000" b="1" i="1" dirty="0"/>
          </a:p>
          <a:p>
            <a:r>
              <a:rPr lang="en-US" dirty="0"/>
              <a:t>CUMILLA(config)#interface tunnel 1</a:t>
            </a:r>
          </a:p>
          <a:p>
            <a:r>
              <a:rPr lang="en-US" dirty="0"/>
              <a:t>CUMILLA(config-if)#ip address 10.0.0.2 255.255.255.252</a:t>
            </a:r>
          </a:p>
          <a:p>
            <a:r>
              <a:rPr lang="en-US" dirty="0"/>
              <a:t>CUMILLA(config-if)#tunnel mode gre ip</a:t>
            </a:r>
          </a:p>
          <a:p>
            <a:r>
              <a:rPr lang="en-US" dirty="0"/>
              <a:t>CUMILLA(config-if)#tunnel source gigabitEthernet 0/1</a:t>
            </a:r>
          </a:p>
          <a:p>
            <a:r>
              <a:rPr lang="en-US" dirty="0"/>
              <a:t>CUMILLA(config-if)#tunnel destination 200.0.0.1</a:t>
            </a:r>
          </a:p>
          <a:p>
            <a:r>
              <a:rPr lang="en-US" dirty="0"/>
              <a:t>CUMILLA(config-if)#exit</a:t>
            </a:r>
          </a:p>
        </p:txBody>
      </p:sp>
      <p:sp>
        <p:nvSpPr>
          <p:cNvPr id="7" name="TextBox 6"/>
          <p:cNvSpPr txBox="1"/>
          <p:nvPr/>
        </p:nvSpPr>
        <p:spPr>
          <a:xfrm>
            <a:off x="261258" y="391886"/>
            <a:ext cx="5027915" cy="584775"/>
          </a:xfrm>
          <a:prstGeom prst="rect">
            <a:avLst/>
          </a:prstGeom>
          <a:noFill/>
        </p:spPr>
        <p:txBody>
          <a:bodyPr wrap="none" rtlCol="0">
            <a:spAutoFit/>
          </a:bodyPr>
          <a:lstStyle/>
          <a:p>
            <a:r>
              <a:rPr lang="en-US" sz="3200" b="1" u="sng" dirty="0" smtClean="0">
                <a:solidFill>
                  <a:srgbClr val="FF0000"/>
                </a:solidFill>
              </a:rPr>
              <a:t>CUMILLA Router Command :</a:t>
            </a:r>
            <a:endParaRPr lang="en-US" sz="3200" b="1" u="sng" dirty="0">
              <a:solidFill>
                <a:srgbClr val="FF0000"/>
              </a:solidFill>
            </a:endParaRPr>
          </a:p>
        </p:txBody>
      </p:sp>
      <p:sp>
        <p:nvSpPr>
          <p:cNvPr id="8" name="TextBox 7"/>
          <p:cNvSpPr txBox="1"/>
          <p:nvPr/>
        </p:nvSpPr>
        <p:spPr>
          <a:xfrm>
            <a:off x="261257" y="3589832"/>
            <a:ext cx="4153060" cy="584775"/>
          </a:xfrm>
          <a:prstGeom prst="rect">
            <a:avLst/>
          </a:prstGeom>
          <a:noFill/>
        </p:spPr>
        <p:txBody>
          <a:bodyPr wrap="none" rtlCol="0">
            <a:spAutoFit/>
          </a:bodyPr>
          <a:lstStyle/>
          <a:p>
            <a:r>
              <a:rPr lang="en-US" sz="3200" b="1" u="sng" dirty="0" smtClean="0">
                <a:solidFill>
                  <a:srgbClr val="FF0000"/>
                </a:solidFill>
              </a:rPr>
              <a:t>CTG Router Command :</a:t>
            </a:r>
            <a:endParaRPr lang="en-US" sz="3200" b="1" u="sng" dirty="0">
              <a:solidFill>
                <a:srgbClr val="FF0000"/>
              </a:solidFill>
            </a:endParaRPr>
          </a:p>
        </p:txBody>
      </p:sp>
      <p:sp>
        <p:nvSpPr>
          <p:cNvPr id="9" name="Rectangle 8"/>
          <p:cNvSpPr/>
          <p:nvPr/>
        </p:nvSpPr>
        <p:spPr>
          <a:xfrm>
            <a:off x="261258" y="4450141"/>
            <a:ext cx="6096000" cy="2062103"/>
          </a:xfrm>
          <a:prstGeom prst="rect">
            <a:avLst/>
          </a:prstGeom>
        </p:spPr>
        <p:txBody>
          <a:bodyPr>
            <a:spAutoFit/>
          </a:bodyPr>
          <a:lstStyle/>
          <a:p>
            <a:r>
              <a:rPr lang="en-US" sz="2000" b="1" i="1" dirty="0"/>
              <a:t>#Tunnrl With </a:t>
            </a:r>
            <a:r>
              <a:rPr lang="en-US" sz="2000" b="1" i="1" dirty="0" smtClean="0"/>
              <a:t>Dhaka :</a:t>
            </a:r>
            <a:endParaRPr lang="en-US" sz="2000" b="1" i="1" dirty="0"/>
          </a:p>
          <a:p>
            <a:r>
              <a:rPr lang="en-US" dirty="0"/>
              <a:t>CTG(config)#interface tunnel 1</a:t>
            </a:r>
          </a:p>
          <a:p>
            <a:r>
              <a:rPr lang="en-US" dirty="0"/>
              <a:t>CTG(config-if)#ip address 10.0.0.6 255.255.255.252</a:t>
            </a:r>
          </a:p>
          <a:p>
            <a:r>
              <a:rPr lang="en-US" dirty="0"/>
              <a:t>CTG(config-if)#tunnel mode gre ip</a:t>
            </a:r>
          </a:p>
          <a:p>
            <a:r>
              <a:rPr lang="en-US" dirty="0"/>
              <a:t>CTG(config-if)#tunnel source gigabitEthernet 0/1</a:t>
            </a:r>
          </a:p>
          <a:p>
            <a:r>
              <a:rPr lang="en-US" dirty="0"/>
              <a:t>CTG(config-if)#tunnel destination 200.0.0.1</a:t>
            </a:r>
          </a:p>
          <a:p>
            <a:r>
              <a:rPr lang="en-US" dirty="0"/>
              <a:t>CTG(config-if)#exit</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032" t="435" r="40133" b="-435"/>
          <a:stretch/>
        </p:blipFill>
        <p:spPr>
          <a:xfrm>
            <a:off x="5613400" y="391886"/>
            <a:ext cx="4160302" cy="3052701"/>
          </a:xfrm>
          <a:prstGeom prst="rect">
            <a:avLst/>
          </a:prstGeom>
          <a:ln>
            <a:noFill/>
          </a:ln>
          <a:effectLst>
            <a:outerShdw blurRad="190500" algn="tl" rotWithShape="0">
              <a:srgbClr val="000000">
                <a:alpha val="70000"/>
              </a:srgbClr>
            </a:outerShdw>
          </a:effectLst>
        </p:spPr>
      </p:pic>
      <p:graphicFrame>
        <p:nvGraphicFramePr>
          <p:cNvPr id="4" name="Diagram 3"/>
          <p:cNvGraphicFramePr/>
          <p:nvPr>
            <p:extLst>
              <p:ext uri="{D42A27DB-BD31-4B8C-83A1-F6EECF244321}">
                <p14:modId xmlns:p14="http://schemas.microsoft.com/office/powerpoint/2010/main" val="440590121"/>
              </p:ext>
            </p:extLst>
          </p:nvPr>
        </p:nvGraphicFramePr>
        <p:xfrm>
          <a:off x="9740899" y="391886"/>
          <a:ext cx="2451101" cy="29224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rotWithShape="1">
          <a:blip r:embed="rId8">
            <a:extLst>
              <a:ext uri="{28A0092B-C50C-407E-A947-70E740481C1C}">
                <a14:useLocalDpi xmlns:a14="http://schemas.microsoft.com/office/drawing/2010/main" val="0"/>
              </a:ext>
            </a:extLst>
          </a:blip>
          <a:srcRect l="1816" r="11438"/>
          <a:stretch/>
        </p:blipFill>
        <p:spPr>
          <a:xfrm>
            <a:off x="5867400" y="3589831"/>
            <a:ext cx="6002861" cy="2918113"/>
          </a:xfrm>
          <a:prstGeom prst="rect">
            <a:avLst/>
          </a:prstGeom>
          <a:ln>
            <a:noFill/>
          </a:ln>
          <a:effectLst>
            <a:outerShdw blurRad="190500" algn="tl" rotWithShape="0">
              <a:srgbClr val="000000">
                <a:alpha val="70000"/>
              </a:srgbClr>
            </a:outerShdw>
          </a:effectLst>
        </p:spPr>
      </p:pic>
      <p:graphicFrame>
        <p:nvGraphicFramePr>
          <p:cNvPr id="11" name="Diagram 10"/>
          <p:cNvGraphicFramePr/>
          <p:nvPr>
            <p:extLst>
              <p:ext uri="{D42A27DB-BD31-4B8C-83A1-F6EECF244321}">
                <p14:modId xmlns:p14="http://schemas.microsoft.com/office/powerpoint/2010/main" val="3569722069"/>
              </p:ext>
            </p:extLst>
          </p:nvPr>
        </p:nvGraphicFramePr>
        <p:xfrm>
          <a:off x="5659960" y="6184778"/>
          <a:ext cx="6417739" cy="64633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9844888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171" y="0"/>
            <a:ext cx="10515600" cy="1325563"/>
          </a:xfrm>
        </p:spPr>
        <p:txBody>
          <a:bodyPr>
            <a:normAutofit/>
          </a:bodyPr>
          <a:lstStyle/>
          <a:p>
            <a:r>
              <a:rPr lang="en-US" sz="4000" b="1" u="sng" dirty="0" smtClean="0">
                <a:solidFill>
                  <a:srgbClr val="FF0000"/>
                </a:solidFill>
              </a:rPr>
              <a:t>OSPF For Tunnel :</a:t>
            </a:r>
            <a:endParaRPr lang="en-US" sz="4000" b="1" u="sng" dirty="0">
              <a:solidFill>
                <a:srgbClr val="FF0000"/>
              </a:solidFill>
            </a:endParaRPr>
          </a:p>
        </p:txBody>
      </p:sp>
      <p:sp>
        <p:nvSpPr>
          <p:cNvPr id="4" name="Rectangle 3"/>
          <p:cNvSpPr/>
          <p:nvPr/>
        </p:nvSpPr>
        <p:spPr>
          <a:xfrm>
            <a:off x="301171" y="1325563"/>
            <a:ext cx="8784772" cy="5355312"/>
          </a:xfrm>
          <a:prstGeom prst="rect">
            <a:avLst/>
          </a:prstGeom>
        </p:spPr>
        <p:txBody>
          <a:bodyPr wrap="square">
            <a:spAutoFit/>
          </a:bodyPr>
          <a:lstStyle/>
          <a:p>
            <a:r>
              <a:rPr lang="en-US" dirty="0"/>
              <a:t>DHAKA(config)#router ospf 1</a:t>
            </a:r>
          </a:p>
          <a:p>
            <a:r>
              <a:rPr lang="en-US" dirty="0"/>
              <a:t>DHAKA(config-router)#router-id 1.1.1.1</a:t>
            </a:r>
          </a:p>
          <a:p>
            <a:r>
              <a:rPr lang="en-US" dirty="0"/>
              <a:t>DHAKA(config-router)#network </a:t>
            </a:r>
            <a:r>
              <a:rPr lang="en-US" dirty="0" smtClean="0"/>
              <a:t>10.10.10.0 </a:t>
            </a:r>
            <a:r>
              <a:rPr lang="en-US" dirty="0"/>
              <a:t>0.0.0.3 area 10</a:t>
            </a:r>
          </a:p>
          <a:p>
            <a:r>
              <a:rPr lang="en-US" dirty="0"/>
              <a:t>DHAKA(config-router)#network 10.0.0.0 0.0.0.3 area 0</a:t>
            </a:r>
          </a:p>
          <a:p>
            <a:r>
              <a:rPr lang="en-US" dirty="0"/>
              <a:t>DHAKA(config-router)#network 10.0.0.4 0.0.0.3 area 0</a:t>
            </a:r>
          </a:p>
          <a:p>
            <a:r>
              <a:rPr lang="en-US" dirty="0"/>
              <a:t>DHAKA(config-router)#redistribute static subnets</a:t>
            </a:r>
          </a:p>
          <a:p>
            <a:endParaRPr lang="en-US" dirty="0"/>
          </a:p>
          <a:p>
            <a:r>
              <a:rPr lang="en-US" dirty="0"/>
              <a:t>CUMILLA(config)#router ospf 2</a:t>
            </a:r>
          </a:p>
          <a:p>
            <a:r>
              <a:rPr lang="en-US" dirty="0"/>
              <a:t>CUMILLA(config-router)#router-id 2.2.2.2</a:t>
            </a:r>
          </a:p>
          <a:p>
            <a:r>
              <a:rPr lang="en-US" dirty="0"/>
              <a:t>CUMILLA(config-router)#network </a:t>
            </a:r>
            <a:r>
              <a:rPr lang="en-US" dirty="0" smtClean="0"/>
              <a:t>192.168.50.0  </a:t>
            </a:r>
            <a:r>
              <a:rPr lang="en-US" dirty="0"/>
              <a:t>0.0.0.255 area 20</a:t>
            </a:r>
          </a:p>
          <a:p>
            <a:r>
              <a:rPr lang="en-US" dirty="0"/>
              <a:t>CUMILLA(config-router)#network </a:t>
            </a:r>
            <a:r>
              <a:rPr lang="en-US" dirty="0" smtClean="0"/>
              <a:t>192.168.60.0  </a:t>
            </a:r>
            <a:r>
              <a:rPr lang="en-US" dirty="0"/>
              <a:t>0.0.0.255 area 20</a:t>
            </a:r>
          </a:p>
          <a:p>
            <a:r>
              <a:rPr lang="en-US" dirty="0"/>
              <a:t>CUMILLA(config-router)#network </a:t>
            </a:r>
            <a:r>
              <a:rPr lang="en-US" dirty="0" smtClean="0"/>
              <a:t>192.168.70.0  </a:t>
            </a:r>
            <a:r>
              <a:rPr lang="en-US" dirty="0"/>
              <a:t>0.0.0.255 area 20</a:t>
            </a:r>
          </a:p>
          <a:p>
            <a:r>
              <a:rPr lang="en-US" dirty="0"/>
              <a:t>CUMILLA(config-router)#network 10.0.0.0 0.0.0.3 area 0</a:t>
            </a:r>
          </a:p>
          <a:p>
            <a:endParaRPr lang="en-US" dirty="0"/>
          </a:p>
          <a:p>
            <a:r>
              <a:rPr lang="en-US" dirty="0"/>
              <a:t>CTG(config)#router ospf 3</a:t>
            </a:r>
          </a:p>
          <a:p>
            <a:r>
              <a:rPr lang="en-US" dirty="0"/>
              <a:t>CTG(config-router)#router-id 3.3.3.3</a:t>
            </a:r>
          </a:p>
          <a:p>
            <a:r>
              <a:rPr lang="en-US" dirty="0"/>
              <a:t>CTG(config-router)#network 192.168.80.0 0.0.0.255 area 30</a:t>
            </a:r>
          </a:p>
          <a:p>
            <a:r>
              <a:rPr lang="en-US" dirty="0"/>
              <a:t>CTG(config-router)#network 192.168.90.0 0.0.0.255 area 30</a:t>
            </a:r>
          </a:p>
          <a:p>
            <a:r>
              <a:rPr lang="en-US" dirty="0"/>
              <a:t>CTG(config-router)#network 10.0.0.4 0.0.0.3 area 0</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758" y="191415"/>
            <a:ext cx="5736369" cy="3325569"/>
          </a:xfrm>
          <a:prstGeom prst="rect">
            <a:avLst/>
          </a:prstGeom>
          <a:ln>
            <a:noFill/>
          </a:ln>
          <a:effectLst>
            <a:outerShdw blurRad="190500" algn="tl" rotWithShape="0">
              <a:srgbClr val="000000">
                <a:alpha val="70000"/>
              </a:srgbClr>
            </a:outerShdw>
          </a:effectLst>
        </p:spPr>
      </p:pic>
      <p:graphicFrame>
        <p:nvGraphicFramePr>
          <p:cNvPr id="6" name="Diagram 5"/>
          <p:cNvGraphicFramePr/>
          <p:nvPr>
            <p:extLst>
              <p:ext uri="{D42A27DB-BD31-4B8C-83A1-F6EECF244321}">
                <p14:modId xmlns:p14="http://schemas.microsoft.com/office/powerpoint/2010/main" val="1224432368"/>
              </p:ext>
            </p:extLst>
          </p:nvPr>
        </p:nvGraphicFramePr>
        <p:xfrm>
          <a:off x="6573358" y="3724512"/>
          <a:ext cx="5618642" cy="2956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299126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0"/>
            <a:ext cx="10515600" cy="1325563"/>
          </a:xfrm>
        </p:spPr>
        <p:txBody>
          <a:bodyPr>
            <a:normAutofit/>
          </a:bodyPr>
          <a:lstStyle/>
          <a:p>
            <a:r>
              <a:rPr lang="en-US" sz="4000" b="1" u="sng" dirty="0" smtClean="0">
                <a:solidFill>
                  <a:srgbClr val="FF0000"/>
                </a:solidFill>
              </a:rPr>
              <a:t>Remote Access:</a:t>
            </a:r>
            <a:endParaRPr lang="en-US" sz="4000" b="1" u="sng" dirty="0">
              <a:solidFill>
                <a:srgbClr val="FF0000"/>
              </a:solidFill>
            </a:endParaRPr>
          </a:p>
        </p:txBody>
      </p:sp>
      <p:sp>
        <p:nvSpPr>
          <p:cNvPr id="4" name="Rectangle 3"/>
          <p:cNvSpPr/>
          <p:nvPr/>
        </p:nvSpPr>
        <p:spPr>
          <a:xfrm>
            <a:off x="359228" y="995363"/>
            <a:ext cx="6096000" cy="2616101"/>
          </a:xfrm>
          <a:prstGeom prst="rect">
            <a:avLst/>
          </a:prstGeom>
        </p:spPr>
        <p:txBody>
          <a:bodyPr>
            <a:spAutoFit/>
          </a:bodyPr>
          <a:lstStyle/>
          <a:p>
            <a:r>
              <a:rPr lang="en-US" sz="2000" b="1" i="1" dirty="0"/>
              <a:t>#SSH Enable in cumilla router :</a:t>
            </a:r>
          </a:p>
          <a:p>
            <a:r>
              <a:rPr lang="en-US" dirty="0"/>
              <a:t>CUMILLA(config)#ip domain-name cumila.com</a:t>
            </a:r>
          </a:p>
          <a:p>
            <a:r>
              <a:rPr lang="en-US" dirty="0"/>
              <a:t>CUMILLA(config)#username IT password it123</a:t>
            </a:r>
          </a:p>
          <a:p>
            <a:r>
              <a:rPr lang="en-US" dirty="0"/>
              <a:t>CUMILLA(config)#crypto key generate rsa </a:t>
            </a:r>
            <a:endParaRPr lang="en-US" dirty="0" smtClean="0"/>
          </a:p>
          <a:p>
            <a:r>
              <a:rPr lang="en-US" dirty="0" smtClean="0"/>
              <a:t>CUMILLA(config</a:t>
            </a:r>
            <a:r>
              <a:rPr lang="en-US" dirty="0"/>
              <a:t>)#ip ssh version 2</a:t>
            </a:r>
          </a:p>
          <a:p>
            <a:r>
              <a:rPr lang="en-US" dirty="0"/>
              <a:t>CUMILLA(config)#enable secret 2222</a:t>
            </a:r>
          </a:p>
          <a:p>
            <a:r>
              <a:rPr lang="en-US" dirty="0"/>
              <a:t>CUMILLA(config)#line vty 0 15</a:t>
            </a:r>
          </a:p>
          <a:p>
            <a:r>
              <a:rPr lang="en-US" dirty="0"/>
              <a:t>CUMILLA(config-line)#transport input ssh</a:t>
            </a:r>
          </a:p>
          <a:p>
            <a:r>
              <a:rPr lang="en-US" dirty="0"/>
              <a:t>CUMILLA(config-line)#login </a:t>
            </a:r>
            <a:r>
              <a:rPr lang="en-US" dirty="0" smtClean="0"/>
              <a:t>local</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8256"/>
          <a:stretch/>
        </p:blipFill>
        <p:spPr>
          <a:xfrm>
            <a:off x="106291" y="3754719"/>
            <a:ext cx="11958709" cy="29635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7577301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 y="0"/>
            <a:ext cx="10515600" cy="1325563"/>
          </a:xfrm>
        </p:spPr>
        <p:txBody>
          <a:bodyPr>
            <a:normAutofit/>
          </a:bodyPr>
          <a:lstStyle/>
          <a:p>
            <a:r>
              <a:rPr lang="en-US" sz="4000" b="1" u="sng" smtClean="0">
                <a:solidFill>
                  <a:srgbClr val="FF0000"/>
                </a:solidFill>
              </a:rPr>
              <a:t>ACL FOR DHAKA (IT) :</a:t>
            </a:r>
            <a:endParaRPr lang="en-US" sz="4000" b="1" u="sng" dirty="0">
              <a:solidFill>
                <a:srgbClr val="FF0000"/>
              </a:solidFill>
            </a:endParaRPr>
          </a:p>
        </p:txBody>
      </p:sp>
      <p:sp>
        <p:nvSpPr>
          <p:cNvPr id="4" name="Rectangle 3"/>
          <p:cNvSpPr/>
          <p:nvPr/>
        </p:nvSpPr>
        <p:spPr>
          <a:xfrm>
            <a:off x="139700" y="1020763"/>
            <a:ext cx="8953500" cy="3200876"/>
          </a:xfrm>
          <a:prstGeom prst="rect">
            <a:avLst/>
          </a:prstGeom>
        </p:spPr>
        <p:txBody>
          <a:bodyPr wrap="square">
            <a:spAutoFit/>
          </a:bodyPr>
          <a:lstStyle/>
          <a:p>
            <a:r>
              <a:rPr lang="en-US" sz="2000" b="1" i="1" dirty="0" smtClean="0"/>
              <a:t>#Create a ACL in SW1:</a:t>
            </a:r>
          </a:p>
          <a:p>
            <a:r>
              <a:rPr lang="en-US" dirty="0" smtClean="0"/>
              <a:t>SW1(config</a:t>
            </a:r>
            <a:r>
              <a:rPr lang="en-US" dirty="0"/>
              <a:t>)#access-list 101 permit tcp any 192.168.10.0 0.0.0.255 established </a:t>
            </a:r>
          </a:p>
          <a:p>
            <a:r>
              <a:rPr lang="en-US" dirty="0"/>
              <a:t>SW1(config)#access-list 101 permit icmp any 192.168.10.0 0.0.0.255 echo-reply </a:t>
            </a:r>
          </a:p>
          <a:p>
            <a:r>
              <a:rPr lang="en-US" dirty="0"/>
              <a:t>SW1(config)#access-list 101 deny ip any 192.168.10.0 0.0.0.255</a:t>
            </a:r>
          </a:p>
          <a:p>
            <a:r>
              <a:rPr lang="en-US" dirty="0"/>
              <a:t>SW1(config)#access-list 101 permit ip any any</a:t>
            </a:r>
          </a:p>
          <a:p>
            <a:endParaRPr lang="en-US" dirty="0" smtClean="0"/>
          </a:p>
          <a:p>
            <a:endParaRPr lang="en-US" dirty="0" smtClean="0"/>
          </a:p>
          <a:p>
            <a:r>
              <a:rPr lang="en-US" sz="2000" b="1" i="1" dirty="0" smtClean="0"/>
              <a:t>#Apply This ACL in VLN10:</a:t>
            </a:r>
            <a:endParaRPr lang="en-US" sz="2000" b="1" i="1" dirty="0"/>
          </a:p>
          <a:p>
            <a:r>
              <a:rPr lang="en-US" dirty="0"/>
              <a:t>SW1(config)#interface vlan 10 </a:t>
            </a:r>
          </a:p>
          <a:p>
            <a:r>
              <a:rPr lang="en-US" dirty="0"/>
              <a:t>SW1(config-if)#ip access-group 101 out </a:t>
            </a:r>
          </a:p>
          <a:p>
            <a:r>
              <a:rPr lang="en-US" dirty="0"/>
              <a:t>SW1(config-if)#exit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8254" r="26626"/>
          <a:stretch/>
        </p:blipFill>
        <p:spPr>
          <a:xfrm>
            <a:off x="6545448" y="3333566"/>
            <a:ext cx="5435600" cy="345897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p:cNvSpPr txBox="1"/>
          <p:nvPr/>
        </p:nvSpPr>
        <p:spPr>
          <a:xfrm>
            <a:off x="8957748" y="3959816"/>
            <a:ext cx="611001" cy="369332"/>
          </a:xfrm>
          <a:prstGeom prst="rect">
            <a:avLst/>
          </a:prstGeom>
          <a:noFill/>
        </p:spPr>
        <p:txBody>
          <a:bodyPr wrap="none" rtlCol="0">
            <a:spAutoFit/>
          </a:bodyPr>
          <a:lstStyle/>
          <a:p>
            <a:r>
              <a:rPr lang="en-US" dirty="0" smtClean="0"/>
              <a:t>SW1</a:t>
            </a:r>
            <a:endParaRPr lang="en-US" dirty="0"/>
          </a:p>
        </p:txBody>
      </p:sp>
      <p:graphicFrame>
        <p:nvGraphicFramePr>
          <p:cNvPr id="8" name="Diagram 7"/>
          <p:cNvGraphicFramePr/>
          <p:nvPr>
            <p:extLst>
              <p:ext uri="{D42A27DB-BD31-4B8C-83A1-F6EECF244321}">
                <p14:modId xmlns:p14="http://schemas.microsoft.com/office/powerpoint/2010/main" val="1621324914"/>
              </p:ext>
            </p:extLst>
          </p:nvPr>
        </p:nvGraphicFramePr>
        <p:xfrm>
          <a:off x="7696200" y="373388"/>
          <a:ext cx="4495800" cy="2700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1966010941"/>
              </p:ext>
            </p:extLst>
          </p:nvPr>
        </p:nvGraphicFramePr>
        <p:xfrm>
          <a:off x="139700" y="4579254"/>
          <a:ext cx="6096000" cy="6463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Diagram 11"/>
          <p:cNvGraphicFramePr/>
          <p:nvPr>
            <p:extLst>
              <p:ext uri="{D42A27DB-BD31-4B8C-83A1-F6EECF244321}">
                <p14:modId xmlns:p14="http://schemas.microsoft.com/office/powerpoint/2010/main" val="3821880337"/>
              </p:ext>
            </p:extLst>
          </p:nvPr>
        </p:nvGraphicFramePr>
        <p:xfrm>
          <a:off x="139700" y="5860199"/>
          <a:ext cx="6096000" cy="64633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08682549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72909" y="174004"/>
            <a:ext cx="11400000" cy="707886"/>
          </a:xfrm>
          <a:prstGeom prst="rect">
            <a:avLst/>
          </a:prstGeom>
          <a:noFill/>
        </p:spPr>
        <p:txBody>
          <a:bodyPr wrap="none">
            <a:spAutoFit/>
          </a:bodyPr>
          <a:lstStyle/>
          <a:p>
            <a:r>
              <a:rPr sz="4000" b="1" u="sng">
                <a:solidFill>
                  <a:srgbClr val="FF0000"/>
                </a:solidFill>
              </a:rPr>
              <a:t>Conclusion :</a:t>
            </a:r>
          </a:p>
        </p:txBody>
      </p:sp>
      <p:sp>
        <p:nvSpPr>
          <p:cNvPr id="11" name="Rounded Rectangle 10"/>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What we did: </a:t>
            </a:r>
            <a:r>
              <a:rPr sz="2000">
                <a:solidFill>
                  <a:srgbClr val="FFFFFF"/>
                </a:solidFill>
              </a:rPr>
              <a:t>We built a full network for IAS Limited. It has VLANs, DHCP, inter-VLAN routing, NAT, BGP, GRE tunnels, OSPF, SSH and ACL.</a:t>
            </a:r>
          </a:p>
        </p:txBody>
      </p:sp>
      <p:sp>
        <p:nvSpPr>
          <p:cNvPr id="12" name="Rounded Rectangle 11"/>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Branches: </a:t>
            </a:r>
            <a:r>
              <a:rPr sz="2000">
                <a:solidFill>
                  <a:srgbClr val="FFFFFF"/>
                </a:solidFill>
              </a:rPr>
              <a:t>Dhaka, Cumilla and CTG each have their own LANs, and all three are joined by GRE tunnels.</a:t>
            </a:r>
          </a:p>
        </p:txBody>
      </p:sp>
      <p:sp>
        <p:nvSpPr>
          <p:cNvPr id="13" name="Rounded Rectangle 12"/>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Output: </a:t>
            </a:r>
            <a:r>
              <a:rPr sz="2000">
                <a:solidFill>
                  <a:srgbClr val="FFFFFF"/>
                </a:solidFill>
              </a:rPr>
              <a:t>PCs get IP addresses automatically, reach the internet, and can talk to other branches.</a:t>
            </a:r>
          </a:p>
        </p:txBody>
      </p:sp>
      <p:sp>
        <p:nvSpPr>
          <p:cNvPr id="14" name="Rounded Rectangle 13"/>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Security: </a:t>
            </a:r>
            <a:r>
              <a:rPr sz="2000">
                <a:solidFill>
                  <a:srgbClr val="FFFFFF"/>
                </a:solidFill>
              </a:rPr>
              <a:t>SSH protects remote login, and the ACL protects the IT VLAN from outside connections.</a:t>
            </a:r>
          </a:p>
        </p:txBody>
      </p:sp>
      <p:sp>
        <p:nvSpPr>
          <p:cNvPr id="15" name="Rounded Rectangle 14"/>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Result: </a:t>
            </a:r>
            <a:r>
              <a:rPr sz="2000">
                <a:solidFill>
                  <a:srgbClr val="FFFFFF"/>
                </a:solidFill>
              </a:rPr>
              <a:t>One stable, easy-to-manage network that is ready to grow.</a:t>
            </a:r>
          </a:p>
        </p:txBody>
      </p:sp>
    </p:spTree>
    <p:extLst>
      <p:ext uri="{BB962C8B-B14F-4D97-AF65-F5344CB8AC3E}">
        <p14:creationId xmlns:p14="http://schemas.microsoft.com/office/powerpoint/2010/main" val="65920989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0450" y="2424112"/>
            <a:ext cx="10515600" cy="1325563"/>
          </a:xfrm>
        </p:spPr>
        <p:txBody>
          <a:bodyPr>
            <a:normAutofit/>
          </a:bodyPr>
          <a:lstStyle/>
          <a:p>
            <a:r>
              <a:rPr lang="en-US" sz="6000" b="1" dirty="0">
                <a:solidFill>
                  <a:schemeClr val="bg2">
                    <a:lumMod val="75000"/>
                  </a:schemeClr>
                </a:solidFill>
              </a:rPr>
              <a:t>Thank </a:t>
            </a:r>
            <a:r>
              <a:rPr lang="en-US" sz="6000" b="1" dirty="0" smtClean="0">
                <a:solidFill>
                  <a:schemeClr val="bg2">
                    <a:lumMod val="75000"/>
                  </a:schemeClr>
                </a:solidFill>
              </a:rPr>
              <a:t>you</a:t>
            </a:r>
            <a:endParaRPr lang="en-US" sz="6000" b="1" dirty="0">
              <a:solidFill>
                <a:schemeClr val="bg2">
                  <a:lumMod val="75000"/>
                </a:schemeClr>
              </a:solidFill>
            </a:endParaRPr>
          </a:p>
        </p:txBody>
      </p:sp>
      <p:sp>
        <p:nvSpPr>
          <p:cNvPr id="4" name="Rectangle 3"/>
          <p:cNvSpPr/>
          <p:nvPr/>
        </p:nvSpPr>
        <p:spPr>
          <a:xfrm>
            <a:off x="4451403" y="3426509"/>
            <a:ext cx="4406847" cy="646331"/>
          </a:xfrm>
          <a:prstGeom prst="rect">
            <a:avLst/>
          </a:prstGeom>
        </p:spPr>
        <p:txBody>
          <a:bodyPr wrap="none">
            <a:spAutoFit/>
          </a:bodyPr>
          <a:lstStyle/>
          <a:p>
            <a:r>
              <a:rPr lang="en-US" sz="3600" dirty="0">
                <a:solidFill>
                  <a:schemeClr val="accent1"/>
                </a:solidFill>
              </a:rPr>
              <a:t>For your precious time</a:t>
            </a:r>
          </a:p>
        </p:txBody>
      </p:sp>
    </p:spTree>
    <p:extLst>
      <p:ext uri="{BB962C8B-B14F-4D97-AF65-F5344CB8AC3E}">
        <p14:creationId xmlns:p14="http://schemas.microsoft.com/office/powerpoint/2010/main" val="30067829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947</TotalTime>
  <Words>5666</Words>
  <Application>Microsoft Office PowerPoint</Application>
  <PresentationFormat>Widescreen</PresentationFormat>
  <Paragraphs>792</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Consolas</vt:lpstr>
      <vt:lpstr>Office Theme</vt:lpstr>
      <vt:lpstr>IAS Limited Inter Branch WAN Architecture</vt:lpstr>
      <vt:lpstr>Full Topology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SW2 Command:</vt:lpstr>
      <vt:lpstr>PowerPoint Presentation</vt:lpstr>
      <vt:lpstr>PowerPoint Presentation</vt:lpstr>
      <vt:lpstr>CUMILLA BRANCH:</vt:lpstr>
      <vt:lpstr>PowerPoint Presentation</vt:lpstr>
      <vt:lpstr>SW 3 Command :</vt:lpstr>
      <vt:lpstr>PowerPoint Presentation</vt:lpstr>
      <vt:lpstr>CUMILLA Router Command:</vt:lpstr>
      <vt:lpstr>PowerPoint Presentation</vt:lpstr>
      <vt:lpstr>PowerPoint Presentation</vt:lpstr>
      <vt:lpstr>CTG BRANCH:</vt:lpstr>
      <vt:lpstr>PowerPoint Presentation</vt:lpstr>
      <vt:lpstr>SW4 Command :</vt:lpstr>
      <vt:lpstr>PowerPoint Presentation</vt:lpstr>
      <vt:lpstr>SW5 Command :</vt:lpstr>
      <vt:lpstr>PowerPoint Presentation</vt:lpstr>
      <vt:lpstr>CTG Router Command:</vt:lpstr>
      <vt:lpstr>PowerPoint Presentation</vt:lpstr>
      <vt:lpstr>Internet</vt:lpstr>
      <vt:lpstr>DHAKA Router Command:</vt:lpstr>
      <vt:lpstr>PowerPoint Presentation</vt:lpstr>
      <vt:lpstr>ISP-A Router Commad:</vt:lpstr>
      <vt:lpstr>CUMILLA Router Command:</vt:lpstr>
      <vt:lpstr>PowerPoint Presentation</vt:lpstr>
      <vt:lpstr>ISP-C Router Command:</vt:lpstr>
      <vt:lpstr>CTG Router Command:</vt:lpstr>
      <vt:lpstr>PowerPoint Presentation</vt:lpstr>
      <vt:lpstr>ISP-B Router Command:</vt:lpstr>
      <vt:lpstr>IIG Router Command :</vt:lpstr>
      <vt:lpstr>BGP Config:</vt:lpstr>
      <vt:lpstr>VPN Topology :</vt:lpstr>
      <vt:lpstr>DHAKA Router Command :</vt:lpstr>
      <vt:lpstr>PowerPoint Presentation</vt:lpstr>
      <vt:lpstr>OSPF For Tunnel :</vt:lpstr>
      <vt:lpstr>Remote Access:</vt:lpstr>
      <vt:lpstr>ACL FOR DHAKA (IT)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SAYAM MUNSHI</dc:creator>
  <cp:lastModifiedBy>SAYAM MUNSHI</cp:lastModifiedBy>
  <cp:revision>83</cp:revision>
  <dcterms:created xsi:type="dcterms:W3CDTF">2026-10-27T14:39:47Z</dcterms:created>
  <dcterms:modified xsi:type="dcterms:W3CDTF">2026-10-29T15:41:36Z</dcterms:modified>
</cp:coreProperties>
</file>